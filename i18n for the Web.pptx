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2000"/>
  <p:notesSz cx="6858000" cy="9144000"/>
  <p:embeddedFontLst>
    <p:embeddedFont>
      <p:font typeface="Lato"/>
      <p:regular r:id="rId37"/>
      <p:bold r:id="rId38"/>
      <p:italic r:id="rId39"/>
      <p:boldItalic r:id="rId40"/>
    </p:embeddedFont>
    <p:embeddedFont>
      <p:font typeface="Poppins"/>
      <p:regular r:id="rId41"/>
      <p:bold r:id="rId42"/>
      <p:italic r:id="rId43"/>
      <p:boldItalic r:id="rId44"/>
    </p:embeddedFont>
    <p:embeddedFont>
      <p:font typeface="Poppins SemiBold"/>
      <p:regular r:id="rId45"/>
      <p:bold r:id="rId46"/>
      <p:italic r:id="rId47"/>
      <p:boldItalic r:id="rId48"/>
    </p:embeddedFont>
    <p:embeddedFont>
      <p:font typeface="Qwigley"/>
      <p:regular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26">
          <p15:clr>
            <a:srgbClr val="A4A3A4"/>
          </p15:clr>
        </p15:guide>
        <p15:guide id="2" pos="483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D6068F-7907-4920-B525-E6EED4BAB04A}">
  <a:tblStyle styleId="{A1D6068F-7907-4920-B525-E6EED4BAB04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26" orient="horz"/>
        <p:guide pos="483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42" Type="http://schemas.openxmlformats.org/officeDocument/2006/relationships/font" Target="fonts/Poppins-bold.fntdata"/><Relationship Id="rId41" Type="http://schemas.openxmlformats.org/officeDocument/2006/relationships/font" Target="fonts/Poppins-regular.fntdata"/><Relationship Id="rId44" Type="http://schemas.openxmlformats.org/officeDocument/2006/relationships/font" Target="fonts/Poppins-boldItalic.fntdata"/><Relationship Id="rId43" Type="http://schemas.openxmlformats.org/officeDocument/2006/relationships/font" Target="fonts/Poppins-italic.fntdata"/><Relationship Id="rId46" Type="http://schemas.openxmlformats.org/officeDocument/2006/relationships/font" Target="fonts/PoppinsSemiBold-bold.fntdata"/><Relationship Id="rId45" Type="http://schemas.openxmlformats.org/officeDocument/2006/relationships/font" Target="fonts/Poppins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boldItalic.fntdata"/><Relationship Id="rId47" Type="http://schemas.openxmlformats.org/officeDocument/2006/relationships/font" Target="fonts/PoppinsSemiBold-italic.fntdata"/><Relationship Id="rId49" Type="http://schemas.openxmlformats.org/officeDocument/2006/relationships/font" Target="fonts/Qwigley-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Lato-regular.fntdata"/><Relationship Id="rId36" Type="http://schemas.openxmlformats.org/officeDocument/2006/relationships/slide" Target="slides/slide30.xml"/><Relationship Id="rId39" Type="http://schemas.openxmlformats.org/officeDocument/2006/relationships/font" Target="fonts/Lato-italic.fntdata"/><Relationship Id="rId38" Type="http://schemas.openxmlformats.org/officeDocument/2006/relationships/font" Target="fonts/Lato-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4f9a1f88a1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4f9a1f88a1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4f9a1f88a1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4f9a1f88a1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4f9a1f88a1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4f9a1f88a1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g4f9a1f88a1_0_1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g4f9a1f88a1_0_1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4f0b2859ab_0_1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g4f0b2859ab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4f9a1f88a1_0_1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4f9a1f88a1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4cdb2b4e2c_1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g4cdb2b4e2c_1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4f9a1f88a1_0_1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g4f9a1f88a1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4f0b2859ab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g4f0b2859ab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4f9a1f88a1_0_1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g4f9a1f88a1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4f0b2859ab_0_2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g4f0b2859ab_0_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4f9a1f88a1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g4f9a1f88a1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4f0b2859ab_0_1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g4f0b2859ab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4fb9e87fd9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g4fb9e87fd9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4fb9e87fd9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g4fb9e87fd9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4fb9e87fd9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g4fb9e87fd9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50a05cf4ed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g50a05cf4ed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4f0b2859ab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g4f0b2859ab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4f0b2859ab_0_2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g4f0b2859ab_0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4f0b2859ab_0_1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g4f0b2859ab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4f0b2859ab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g4f0b2859ab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4f0b2859ab_0_1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g4f0b2859ab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4f0b2859ab_0_1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g4f0b2859ab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4fc62c4b53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g4fc62c4b53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4f0b2859ab_0_1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g4f0b2859ab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4fb9e87fd9_0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g4fb9e87fd9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4fb9e87fd9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g4fb9e87fd9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4fb9e87fd9_0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g4fb9e87fd9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4fb9e87fd9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g4fb9e87fd9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4cdb2b4e2c_1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g4cdb2b4e2c_1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4fb9e87fd9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g4fb9e87fd9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Заголовок и объект">
  <p:cSld name="1_Заголовок и объект">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Заголовок и объект">
  <p:cSld name="2_Заголовок и объект">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ogle slide mystify">
  <p:cSld name="19_Пользовательский макет">
    <p:spTree>
      <p:nvGrpSpPr>
        <p:cNvPr id="17" name="Shape 17"/>
        <p:cNvGrpSpPr/>
        <p:nvPr/>
      </p:nvGrpSpPr>
      <p:grpSpPr>
        <a:xfrm>
          <a:off x="0" y="0"/>
          <a:ext cx="0" cy="0"/>
          <a:chOff x="0" y="0"/>
          <a:chExt cx="0" cy="0"/>
        </a:xfrm>
      </p:grpSpPr>
      <p:sp>
        <p:nvSpPr>
          <p:cNvPr id="18" name="Google Shape;18;p4"/>
          <p:cNvSpPr/>
          <p:nvPr/>
        </p:nvSpPr>
        <p:spPr>
          <a:xfrm>
            <a:off x="5787188" y="0"/>
            <a:ext cx="6404700" cy="6858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 name="Google Shape;19;p4"/>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0" name="Google Shape;20;p4"/>
          <p:cNvSpPr/>
          <p:nvPr/>
        </p:nvSpPr>
        <p:spPr>
          <a:xfrm>
            <a:off x="11323951" y="1180287"/>
            <a:ext cx="588623"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Lato"/>
                <a:ea typeface="Lato"/>
                <a:cs typeface="Lato"/>
                <a:sym typeface="Lato"/>
              </a:rPr>
              <a:t>0</a:t>
            </a: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21" name="Google Shape;21;p4"/>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22" name="Google Shape;22;p4"/>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800">
                <a:solidFill>
                  <a:schemeClr val="dk1"/>
                </a:solidFill>
                <a:latin typeface="Poppins SemiBold"/>
                <a:ea typeface="Poppins SemiBold"/>
                <a:cs typeface="Poppins SemiBold"/>
                <a:sym typeface="Poppins SemiBold"/>
              </a:rPr>
              <a:t>i8n for the Web</a:t>
            </a:r>
            <a:endParaRPr b="1" i="0" sz="800">
              <a:solidFill>
                <a:schemeClr val="dk1"/>
              </a:solidFill>
              <a:latin typeface="Calibri"/>
              <a:ea typeface="Calibri"/>
              <a:cs typeface="Calibri"/>
              <a:sym typeface="Calibri"/>
            </a:endParaRPr>
          </a:p>
        </p:txBody>
      </p:sp>
      <p:sp>
        <p:nvSpPr>
          <p:cNvPr id="23" name="Google Shape;23;p4"/>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Пользовательский макет">
  <p:cSld name="36_Пользовательский макет">
    <p:spTree>
      <p:nvGrpSpPr>
        <p:cNvPr id="24" name="Shape 24"/>
        <p:cNvGrpSpPr/>
        <p:nvPr/>
      </p:nvGrpSpPr>
      <p:grpSpPr>
        <a:xfrm>
          <a:off x="0" y="0"/>
          <a:ext cx="0" cy="0"/>
          <a:chOff x="0" y="0"/>
          <a:chExt cx="0" cy="0"/>
        </a:xfrm>
      </p:grpSpPr>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Только заголовок">
  <p:cSld name="1_Только заголовок">
    <p:spTree>
      <p:nvGrpSpPr>
        <p:cNvPr id="25" name="Shape 25"/>
        <p:cNvGrpSpPr/>
        <p:nvPr/>
      </p:nvGrpSpPr>
      <p:grpSpPr>
        <a:xfrm>
          <a:off x="0" y="0"/>
          <a:ext cx="0" cy="0"/>
          <a:chOff x="0" y="0"/>
          <a:chExt cx="0" cy="0"/>
        </a:xfrm>
      </p:grpSpPr>
      <p:sp>
        <p:nvSpPr>
          <p:cNvPr id="26" name="Google Shape;26;p6"/>
          <p:cNvSpPr/>
          <p:nvPr/>
        </p:nvSpPr>
        <p:spPr>
          <a:xfrm>
            <a:off x="11323951" y="1180287"/>
            <a:ext cx="588623"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Lato"/>
                <a:ea typeface="Lato"/>
                <a:cs typeface="Lato"/>
                <a:sym typeface="Lato"/>
              </a:rPr>
              <a:t>0</a:t>
            </a: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27" name="Google Shape;27;p6"/>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Пользовательский макет">
  <p:cSld name="3_Пользовательский макет">
    <p:spTree>
      <p:nvGrpSpPr>
        <p:cNvPr id="28" name="Shape 28"/>
        <p:cNvGrpSpPr/>
        <p:nvPr/>
      </p:nvGrpSpPr>
      <p:grpSpPr>
        <a:xfrm>
          <a:off x="0" y="0"/>
          <a:ext cx="0" cy="0"/>
          <a:chOff x="0" y="0"/>
          <a:chExt cx="0" cy="0"/>
        </a:xfrm>
      </p:grpSpPr>
      <p:sp>
        <p:nvSpPr>
          <p:cNvPr id="29" name="Google Shape;29;p7"/>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30" name="Google Shape;30;p7"/>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31" name="Google Shape;31;p7"/>
          <p:cNvSpPr txBox="1"/>
          <p:nvPr/>
        </p:nvSpPr>
        <p:spPr>
          <a:xfrm>
            <a:off x="210908"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32" name="Google Shape;32;p7"/>
          <p:cNvSpPr txBox="1"/>
          <p:nvPr/>
        </p:nvSpPr>
        <p:spPr>
          <a:xfrm>
            <a:off x="2242850"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extLst>
    <p:ext uri="{DCECCB84-F9BA-43D5-87BE-67443E8EF086}">
      <p15:sldGuideLst>
        <p15:guide id="1" orient="horz" pos="2160">
          <p15:clr>
            <a:srgbClr val="FBAE40"/>
          </p15:clr>
        </p15:guide>
        <p15:guide id="2" pos="23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Заголовок раздела">
  <p:cSld name="1_Заголовок раздела">
    <p:spTree>
      <p:nvGrpSpPr>
        <p:cNvPr id="33" name="Shape 33"/>
        <p:cNvGrpSpPr/>
        <p:nvPr/>
      </p:nvGrpSpPr>
      <p:grpSpPr>
        <a:xfrm>
          <a:off x="0" y="0"/>
          <a:ext cx="0" cy="0"/>
          <a:chOff x="0" y="0"/>
          <a:chExt cx="0" cy="0"/>
        </a:xfrm>
      </p:grpSpPr>
      <p:sp>
        <p:nvSpPr>
          <p:cNvPr id="34" name="Google Shape;34;p8"/>
          <p:cNvSpPr txBox="1"/>
          <p:nvPr/>
        </p:nvSpPr>
        <p:spPr>
          <a:xfrm>
            <a:off x="502436"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35" name="Google Shape;35;p8"/>
          <p:cNvPicPr preferRelativeResize="0"/>
          <p:nvPr/>
        </p:nvPicPr>
        <p:blipFill rotWithShape="1">
          <a:blip r:embed="rId2">
            <a:alphaModFix/>
          </a:blip>
          <a:srcRect b="0" l="0" r="0" t="0"/>
          <a:stretch/>
        </p:blipFill>
        <p:spPr>
          <a:xfrm>
            <a:off x="349390" y="225267"/>
            <a:ext cx="159022" cy="160799"/>
          </a:xfrm>
          <a:prstGeom prst="rect">
            <a:avLst/>
          </a:prstGeom>
          <a:noFill/>
          <a:ln>
            <a:noFill/>
          </a:ln>
        </p:spPr>
      </p:pic>
      <p:sp>
        <p:nvSpPr>
          <p:cNvPr id="36" name="Google Shape;36;p8"/>
          <p:cNvSpPr/>
          <p:nvPr/>
        </p:nvSpPr>
        <p:spPr>
          <a:xfrm>
            <a:off x="263563" y="1180287"/>
            <a:ext cx="588623"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Lato"/>
                <a:ea typeface="Lato"/>
                <a:cs typeface="Lato"/>
                <a:sym typeface="Lato"/>
              </a:rPr>
              <a:t>0</a:t>
            </a: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37" name="Google Shape;37;p8"/>
          <p:cNvCxnSpPr/>
          <p:nvPr/>
        </p:nvCxnSpPr>
        <p:spPr>
          <a:xfrm flipH="1">
            <a:off x="487127"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38" name="Google Shape;38;p8"/>
          <p:cNvSpPr txBox="1"/>
          <p:nvPr/>
        </p:nvSpPr>
        <p:spPr>
          <a:xfrm>
            <a:off x="150136"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39" name="Google Shape;39;p8"/>
          <p:cNvSpPr txBox="1"/>
          <p:nvPr/>
        </p:nvSpPr>
        <p:spPr>
          <a:xfrm>
            <a:off x="2242850"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Пользовательский макет">
  <p:cSld name="9_Пользовательский макет">
    <p:spTree>
      <p:nvGrpSpPr>
        <p:cNvPr id="40" name="Shape 40"/>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Пользовательский макет">
  <p:cSld name="8_Пользовательский макет">
    <p:spTree>
      <p:nvGrpSpPr>
        <p:cNvPr id="41" name="Shape 41"/>
        <p:cNvGrpSpPr/>
        <p:nvPr/>
      </p:nvGrpSpPr>
      <p:grpSpPr>
        <a:xfrm>
          <a:off x="0" y="0"/>
          <a:ext cx="0" cy="0"/>
          <a:chOff x="0" y="0"/>
          <a:chExt cx="0" cy="0"/>
        </a:xfrm>
      </p:grpSpPr>
      <p:sp>
        <p:nvSpPr>
          <p:cNvPr id="42" name="Google Shape;42;p10"/>
          <p:cNvSpPr/>
          <p:nvPr/>
        </p:nvSpPr>
        <p:spPr>
          <a:xfrm>
            <a:off x="0" y="0"/>
            <a:ext cx="12192000" cy="1716505"/>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 name="Google Shape;43;p10"/>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lt1"/>
                </a:solidFill>
                <a:latin typeface="Poppins SemiBold"/>
                <a:ea typeface="Poppins SemiBold"/>
                <a:cs typeface="Poppins SemiBold"/>
                <a:sym typeface="Poppins SemiBold"/>
              </a:rPr>
              <a:t>PIXEL</a:t>
            </a:r>
            <a:r>
              <a:rPr b="1" i="0" lang="en-US" sz="800">
                <a:solidFill>
                  <a:schemeClr val="lt1"/>
                </a:solidFill>
                <a:latin typeface="Poppins SemiBold"/>
                <a:ea typeface="Poppins SemiBold"/>
                <a:cs typeface="Poppins SemiBold"/>
                <a:sym typeface="Poppins SemiBold"/>
              </a:rPr>
              <a:t> VISION</a:t>
            </a:r>
            <a:endParaRPr b="1" i="0" sz="800">
              <a:solidFill>
                <a:schemeClr val="lt1"/>
              </a:solidFill>
              <a:latin typeface="Calibri"/>
              <a:ea typeface="Calibri"/>
              <a:cs typeface="Calibri"/>
              <a:sym typeface="Calibri"/>
            </a:endParaRPr>
          </a:p>
        </p:txBody>
      </p:sp>
      <p:pic>
        <p:nvPicPr>
          <p:cNvPr id="44" name="Google Shape;44;p10"/>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45" name="Google Shape;45;p10"/>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lt1"/>
                </a:solidFill>
                <a:latin typeface="Poppins SemiBold"/>
                <a:ea typeface="Poppins SemiBold"/>
                <a:cs typeface="Poppins SemiBold"/>
                <a:sym typeface="Poppins SemiBold"/>
              </a:rPr>
              <a:t>SLIDE SECTION</a:t>
            </a:r>
            <a:endParaRPr b="1" i="0" sz="800">
              <a:solidFill>
                <a:schemeClr val="lt1"/>
              </a:solidFill>
              <a:latin typeface="Calibri"/>
              <a:ea typeface="Calibri"/>
              <a:cs typeface="Calibri"/>
              <a:sym typeface="Calibri"/>
            </a:endParaRPr>
          </a:p>
        </p:txBody>
      </p:sp>
      <p:sp>
        <p:nvSpPr>
          <p:cNvPr id="46" name="Google Shape;46;p10"/>
          <p:cNvSpPr txBox="1"/>
          <p:nvPr/>
        </p:nvSpPr>
        <p:spPr>
          <a:xfrm>
            <a:off x="363308" y="64730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chemeClr val="lt1"/>
                </a:solidFill>
                <a:latin typeface="Poppins SemiBold"/>
                <a:ea typeface="Poppins SemiBold"/>
                <a:cs typeface="Poppins SemiBold"/>
                <a:sym typeface="Poppins SemiBold"/>
              </a:rPr>
              <a:t>www.floraladdress.com</a:t>
            </a:r>
            <a:endParaRPr b="0" i="0" sz="1000">
              <a:solidFill>
                <a:schemeClr val="lt1"/>
              </a:solidFill>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Пользовательский макет">
  <p:cSld name="35_Пользовательский макет">
    <p:spTree>
      <p:nvGrpSpPr>
        <p:cNvPr id="47" name="Shape 47"/>
        <p:cNvGrpSpPr/>
        <p:nvPr/>
      </p:nvGrpSpPr>
      <p:grpSpPr>
        <a:xfrm>
          <a:off x="0" y="0"/>
          <a:ext cx="0" cy="0"/>
          <a:chOff x="0" y="0"/>
          <a:chExt cx="0" cy="0"/>
        </a:xfrm>
      </p:grpSpPr>
      <p:sp>
        <p:nvSpPr>
          <p:cNvPr id="48" name="Google Shape;48;p11"/>
          <p:cNvSpPr txBox="1"/>
          <p:nvPr/>
        </p:nvSpPr>
        <p:spPr>
          <a:xfrm>
            <a:off x="502436"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49" name="Google Shape;49;p11"/>
          <p:cNvPicPr preferRelativeResize="0"/>
          <p:nvPr/>
        </p:nvPicPr>
        <p:blipFill rotWithShape="1">
          <a:blip r:embed="rId2">
            <a:alphaModFix/>
          </a:blip>
          <a:srcRect b="0" l="0" r="0" t="0"/>
          <a:stretch/>
        </p:blipFill>
        <p:spPr>
          <a:xfrm>
            <a:off x="349390" y="225267"/>
            <a:ext cx="159022" cy="160799"/>
          </a:xfrm>
          <a:prstGeom prst="rect">
            <a:avLst/>
          </a:prstGeom>
          <a:noFill/>
          <a:ln>
            <a:noFill/>
          </a:ln>
        </p:spPr>
      </p:pic>
      <p:sp>
        <p:nvSpPr>
          <p:cNvPr id="50" name="Google Shape;50;p11"/>
          <p:cNvSpPr/>
          <p:nvPr/>
        </p:nvSpPr>
        <p:spPr>
          <a:xfrm>
            <a:off x="263563"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51" name="Google Shape;51;p11"/>
          <p:cNvCxnSpPr/>
          <p:nvPr/>
        </p:nvCxnSpPr>
        <p:spPr>
          <a:xfrm flipH="1">
            <a:off x="487127"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52" name="Google Shape;52;p11"/>
          <p:cNvSpPr txBox="1"/>
          <p:nvPr/>
        </p:nvSpPr>
        <p:spPr>
          <a:xfrm>
            <a:off x="150136"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Пользовательский макет">
  <p:cSld name="1_Пользовательский макет">
    <p:spTree>
      <p:nvGrpSpPr>
        <p:cNvPr id="53" name="Shape 53"/>
        <p:cNvGrpSpPr/>
        <p:nvPr/>
      </p:nvGrpSpPr>
      <p:grpSpPr>
        <a:xfrm>
          <a:off x="0" y="0"/>
          <a:ext cx="0" cy="0"/>
          <a:chOff x="0" y="0"/>
          <a:chExt cx="0" cy="0"/>
        </a:xfrm>
      </p:grpSpPr>
      <p:sp>
        <p:nvSpPr>
          <p:cNvPr id="54" name="Google Shape;54;p12"/>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55" name="Google Shape;55;p12"/>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56" name="Google Shape;56;p12"/>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
        <p:nvSpPr>
          <p:cNvPr id="57" name="Google Shape;57;p12"/>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Пользовательский макет">
  <p:cSld name="23_Пользовательский макет">
    <p:spTree>
      <p:nvGrpSpPr>
        <p:cNvPr id="58" name="Shape 58"/>
        <p:cNvGrpSpPr/>
        <p:nvPr/>
      </p:nvGrpSpPr>
      <p:grpSpPr>
        <a:xfrm>
          <a:off x="0" y="0"/>
          <a:ext cx="0" cy="0"/>
          <a:chOff x="0" y="0"/>
          <a:chExt cx="0" cy="0"/>
        </a:xfrm>
      </p:grpSpPr>
      <p:sp>
        <p:nvSpPr>
          <p:cNvPr id="59" name="Google Shape;59;p13"/>
          <p:cNvSpPr/>
          <p:nvPr/>
        </p:nvSpPr>
        <p:spPr>
          <a:xfrm>
            <a:off x="4045700" y="0"/>
            <a:ext cx="8146200" cy="6858000"/>
          </a:xfrm>
          <a:prstGeom prst="rect">
            <a:avLst/>
          </a:prstGeom>
          <a:solidFill>
            <a:srgbClr val="171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 name="Google Shape;60;p13"/>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800">
                <a:solidFill>
                  <a:schemeClr val="lt1"/>
                </a:solidFill>
                <a:latin typeface="Poppins SemiBold"/>
                <a:ea typeface="Poppins SemiBold"/>
                <a:cs typeface="Poppins SemiBold"/>
                <a:sym typeface="Poppins SemiBold"/>
              </a:rPr>
              <a:t>TWIN PORTS WEB DEV</a:t>
            </a:r>
            <a:endParaRPr b="1" i="0" sz="800">
              <a:solidFill>
                <a:schemeClr val="lt1"/>
              </a:solidFill>
              <a:latin typeface="Calibri"/>
              <a:ea typeface="Calibri"/>
              <a:cs typeface="Calibri"/>
              <a:sym typeface="Calibri"/>
            </a:endParaRPr>
          </a:p>
        </p:txBody>
      </p:sp>
      <p:sp>
        <p:nvSpPr>
          <p:cNvPr id="61" name="Google Shape;61;p13"/>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lt1"/>
                </a:solidFill>
                <a:latin typeface="Lato"/>
                <a:ea typeface="Lato"/>
                <a:cs typeface="Lato"/>
                <a:sym typeface="Lato"/>
              </a:rPr>
              <a:t>‹#›</a:t>
            </a:fld>
            <a:endParaRPr sz="1000">
              <a:solidFill>
                <a:schemeClr val="lt1"/>
              </a:solidFill>
              <a:latin typeface="Lato"/>
              <a:ea typeface="Lato"/>
              <a:cs typeface="Lato"/>
              <a:sym typeface="Lato"/>
            </a:endParaRPr>
          </a:p>
        </p:txBody>
      </p:sp>
      <p:cxnSp>
        <p:nvCxnSpPr>
          <p:cNvPr id="62" name="Google Shape;62;p13"/>
          <p:cNvCxnSpPr/>
          <p:nvPr/>
        </p:nvCxnSpPr>
        <p:spPr>
          <a:xfrm flipH="1">
            <a:off x="11471431" y="1717278"/>
            <a:ext cx="3300" cy="472200"/>
          </a:xfrm>
          <a:prstGeom prst="straightConnector1">
            <a:avLst/>
          </a:prstGeom>
          <a:noFill/>
          <a:ln cap="flat" cmpd="sng" w="19050">
            <a:solidFill>
              <a:schemeClr val="lt1"/>
            </a:solidFill>
            <a:prstDash val="solid"/>
            <a:miter lim="800000"/>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Пользовательский макет">
  <p:cSld name="34_Пользовательский макет">
    <p:spTree>
      <p:nvGrpSpPr>
        <p:cNvPr id="63" name="Shape 63"/>
        <p:cNvGrpSpPr/>
        <p:nvPr/>
      </p:nvGrpSpPr>
      <p:grpSpPr>
        <a:xfrm>
          <a:off x="0" y="0"/>
          <a:ext cx="0" cy="0"/>
          <a:chOff x="0" y="0"/>
          <a:chExt cx="0" cy="0"/>
        </a:xfrm>
      </p:grpSpPr>
      <p:sp>
        <p:nvSpPr>
          <p:cNvPr id="64" name="Google Shape;64;p14"/>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65" name="Google Shape;65;p14"/>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Заголовок и вертикальный текст">
  <p:cSld name="1_Заголовок и вертикальный текст">
    <p:spTree>
      <p:nvGrpSpPr>
        <p:cNvPr id="66" name="Shape 66"/>
        <p:cNvGrpSpPr/>
        <p:nvPr/>
      </p:nvGrpSpPr>
      <p:grpSpPr>
        <a:xfrm>
          <a:off x="0" y="0"/>
          <a:ext cx="0" cy="0"/>
          <a:chOff x="0" y="0"/>
          <a:chExt cx="0" cy="0"/>
        </a:xfrm>
      </p:grpSpPr>
      <p:sp>
        <p:nvSpPr>
          <p:cNvPr id="67" name="Google Shape;67;p15"/>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68" name="Google Shape;68;p15"/>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Пользовательский макет">
  <p:cSld name="13_Пользовательский макет">
    <p:spTree>
      <p:nvGrpSpPr>
        <p:cNvPr id="69" name="Shape 69"/>
        <p:cNvGrpSpPr/>
        <p:nvPr/>
      </p:nvGrpSpPr>
      <p:grpSpPr>
        <a:xfrm>
          <a:off x="0" y="0"/>
          <a:ext cx="0" cy="0"/>
          <a:chOff x="0" y="0"/>
          <a:chExt cx="0" cy="0"/>
        </a:xfrm>
      </p:grpSpPr>
      <p:sp>
        <p:nvSpPr>
          <p:cNvPr id="70" name="Google Shape;70;p16"/>
          <p:cNvSpPr txBox="1"/>
          <p:nvPr/>
        </p:nvSpPr>
        <p:spPr>
          <a:xfrm>
            <a:off x="527430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71" name="Google Shape;71;p16"/>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72" name="Google Shape;72;p16"/>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73" name="Google Shape;73;p16"/>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Пользовательский макет">
  <p:cSld name="6_Пользовательский макет">
    <p:spTree>
      <p:nvGrpSpPr>
        <p:cNvPr id="74" name="Shape 74"/>
        <p:cNvGrpSpPr/>
        <p:nvPr/>
      </p:nvGrpSpPr>
      <p:grpSpPr>
        <a:xfrm>
          <a:off x="0" y="0"/>
          <a:ext cx="0" cy="0"/>
          <a:chOff x="0" y="0"/>
          <a:chExt cx="0" cy="0"/>
        </a:xfrm>
      </p:grpSpPr>
      <p:sp>
        <p:nvSpPr>
          <p:cNvPr id="75" name="Google Shape;75;p17"/>
          <p:cNvSpPr/>
          <p:nvPr/>
        </p:nvSpPr>
        <p:spPr>
          <a:xfrm>
            <a:off x="0" y="3176337"/>
            <a:ext cx="12192000" cy="3681600"/>
          </a:xfrm>
          <a:prstGeom prst="rect">
            <a:avLst/>
          </a:prstGeom>
          <a:solidFill>
            <a:srgbClr val="171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17"/>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77" name="Google Shape;77;p17"/>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78" name="Google Shape;78;p17"/>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Пользовательский макет">
  <p:cSld name="26_Пользовательский макет">
    <p:spTree>
      <p:nvGrpSpPr>
        <p:cNvPr id="79" name="Shape 79"/>
        <p:cNvGrpSpPr/>
        <p:nvPr/>
      </p:nvGrpSpPr>
      <p:grpSpPr>
        <a:xfrm>
          <a:off x="0" y="0"/>
          <a:ext cx="0" cy="0"/>
          <a:chOff x="0" y="0"/>
          <a:chExt cx="0" cy="0"/>
        </a:xfrm>
      </p:grpSpPr>
      <p:sp>
        <p:nvSpPr>
          <p:cNvPr id="80" name="Google Shape;80;p18"/>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81" name="Google Shape;81;p18"/>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82" name="Google Shape;82;p18"/>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83" name="Google Shape;83;p18"/>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84" name="Google Shape;84;p18"/>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Вертикальный заголовок и текст">
  <p:cSld name="1_Вертикальный заголовок и текст">
    <p:spTree>
      <p:nvGrpSpPr>
        <p:cNvPr id="85" name="Shape 85"/>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Заголовок раздела">
  <p:cSld name="2_Заголовок раздела">
    <p:spTree>
      <p:nvGrpSpPr>
        <p:cNvPr id="86" name="Shape 86"/>
        <p:cNvGrpSpPr/>
        <p:nvPr/>
      </p:nvGrpSpPr>
      <p:grpSpPr>
        <a:xfrm>
          <a:off x="0" y="0"/>
          <a:ext cx="0" cy="0"/>
          <a:chOff x="0" y="0"/>
          <a:chExt cx="0" cy="0"/>
        </a:xfrm>
      </p:grpSpPr>
      <p:sp>
        <p:nvSpPr>
          <p:cNvPr id="87" name="Google Shape;87;p20"/>
          <p:cNvSpPr txBox="1"/>
          <p:nvPr/>
        </p:nvSpPr>
        <p:spPr>
          <a:xfrm>
            <a:off x="502436"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88" name="Google Shape;88;p20"/>
          <p:cNvPicPr preferRelativeResize="0"/>
          <p:nvPr/>
        </p:nvPicPr>
        <p:blipFill rotWithShape="1">
          <a:blip r:embed="rId2">
            <a:alphaModFix/>
          </a:blip>
          <a:srcRect b="0" l="0" r="0" t="0"/>
          <a:stretch/>
        </p:blipFill>
        <p:spPr>
          <a:xfrm>
            <a:off x="349390" y="225267"/>
            <a:ext cx="159022" cy="160799"/>
          </a:xfrm>
          <a:prstGeom prst="rect">
            <a:avLst/>
          </a:prstGeom>
          <a:noFill/>
          <a:ln>
            <a:noFill/>
          </a:ln>
        </p:spPr>
      </p:pic>
      <p:sp>
        <p:nvSpPr>
          <p:cNvPr id="89" name="Google Shape;89;p20"/>
          <p:cNvSpPr/>
          <p:nvPr/>
        </p:nvSpPr>
        <p:spPr>
          <a:xfrm>
            <a:off x="263563" y="1180287"/>
            <a:ext cx="508473"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r>
              <a:rPr lang="en-US" sz="1800">
                <a:solidFill>
                  <a:srgbClr val="0000ED"/>
                </a:solidFill>
                <a:latin typeface="Lato"/>
                <a:ea typeface="Lato"/>
                <a:cs typeface="Lato"/>
                <a:sym typeface="Lato"/>
              </a:rPr>
              <a:t>.</a:t>
            </a:r>
            <a:endParaRPr sz="1000">
              <a:solidFill>
                <a:srgbClr val="0000ED"/>
              </a:solidFill>
              <a:latin typeface="Lato"/>
              <a:ea typeface="Lato"/>
              <a:cs typeface="Lato"/>
              <a:sym typeface="Lato"/>
            </a:endParaRPr>
          </a:p>
        </p:txBody>
      </p:sp>
      <p:cxnSp>
        <p:nvCxnSpPr>
          <p:cNvPr id="90" name="Google Shape;90;p20"/>
          <p:cNvCxnSpPr/>
          <p:nvPr/>
        </p:nvCxnSpPr>
        <p:spPr>
          <a:xfrm flipH="1">
            <a:off x="487127" y="1717278"/>
            <a:ext cx="3416" cy="472239"/>
          </a:xfrm>
          <a:prstGeom prst="straightConnector1">
            <a:avLst/>
          </a:prstGeom>
          <a:noFill/>
          <a:ln cap="flat" cmpd="sng" w="19050">
            <a:solidFill>
              <a:srgbClr val="3A3838"/>
            </a:solidFill>
            <a:prstDash val="solid"/>
            <a:miter lim="800000"/>
            <a:headEnd len="sm" w="sm" type="none"/>
            <a:tailEnd len="sm" w="sm" type="none"/>
          </a:ln>
        </p:spPr>
      </p:cxnSp>
      <p:sp>
        <p:nvSpPr>
          <p:cNvPr id="91" name="Google Shape;91;p20"/>
          <p:cNvSpPr txBox="1"/>
          <p:nvPr/>
        </p:nvSpPr>
        <p:spPr>
          <a:xfrm>
            <a:off x="150136"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92" name="Google Shape;92;p20"/>
          <p:cNvSpPr txBox="1"/>
          <p:nvPr/>
        </p:nvSpPr>
        <p:spPr>
          <a:xfrm>
            <a:off x="2242850"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Пустой слайд">
  <p:cSld name="1_Пустой слайд">
    <p:spTree>
      <p:nvGrpSpPr>
        <p:cNvPr id="93" name="Shape 93"/>
        <p:cNvGrpSpPr/>
        <p:nvPr/>
      </p:nvGrpSpPr>
      <p:grpSpPr>
        <a:xfrm>
          <a:off x="0" y="0"/>
          <a:ext cx="0" cy="0"/>
          <a:chOff x="0" y="0"/>
          <a:chExt cx="0" cy="0"/>
        </a:xfrm>
      </p:grpSpPr>
      <p:sp>
        <p:nvSpPr>
          <p:cNvPr id="94" name="Google Shape;94;p21"/>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3A3838"/>
              </a:solidFill>
              <a:latin typeface="Lato"/>
              <a:ea typeface="Lato"/>
              <a:cs typeface="Lato"/>
              <a:sym typeface="Lato"/>
            </a:endParaRPr>
          </a:p>
        </p:txBody>
      </p:sp>
      <p:cxnSp>
        <p:nvCxnSpPr>
          <p:cNvPr id="95" name="Google Shape;95;p21"/>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96" name="Google Shape;96;p21"/>
          <p:cNvSpPr txBox="1"/>
          <p:nvPr/>
        </p:nvSpPr>
        <p:spPr>
          <a:xfrm>
            <a:off x="6064723"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Пользовательский макет">
  <p:cSld name="24_Пользовательский макет">
    <p:spTree>
      <p:nvGrpSpPr>
        <p:cNvPr id="97" name="Shape 97"/>
        <p:cNvGrpSpPr/>
        <p:nvPr/>
      </p:nvGrpSpPr>
      <p:grpSpPr>
        <a:xfrm>
          <a:off x="0" y="0"/>
          <a:ext cx="0" cy="0"/>
          <a:chOff x="0" y="0"/>
          <a:chExt cx="0" cy="0"/>
        </a:xfrm>
      </p:grpSpPr>
      <p:sp>
        <p:nvSpPr>
          <p:cNvPr id="98" name="Google Shape;98;p22"/>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99" name="Google Shape;99;p22"/>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100" name="Google Shape;100;p22"/>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Рисунок с подписью">
  <p:cSld name="1_Рисунок с подписью">
    <p:spTree>
      <p:nvGrpSpPr>
        <p:cNvPr id="101" name="Shape 101"/>
        <p:cNvGrpSpPr/>
        <p:nvPr/>
      </p:nvGrpSpPr>
      <p:grpSpPr>
        <a:xfrm>
          <a:off x="0" y="0"/>
          <a:ext cx="0" cy="0"/>
          <a:chOff x="0" y="0"/>
          <a:chExt cx="0" cy="0"/>
        </a:xfrm>
      </p:grpSpPr>
      <p:sp>
        <p:nvSpPr>
          <p:cNvPr id="102" name="Google Shape;102;p23"/>
          <p:cNvSpPr/>
          <p:nvPr>
            <p:ph idx="2" type="pic"/>
          </p:nvPr>
        </p:nvSpPr>
        <p:spPr>
          <a:xfrm>
            <a:off x="1681371" y="1996551"/>
            <a:ext cx="2212066" cy="3201100"/>
          </a:xfrm>
          <a:prstGeom prst="parallelogram">
            <a:avLst>
              <a:gd fmla="val 25000" name="adj"/>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3" name="Google Shape;103;p23"/>
          <p:cNvSpPr/>
          <p:nvPr>
            <p:ph idx="3" type="pic"/>
          </p:nvPr>
        </p:nvSpPr>
        <p:spPr>
          <a:xfrm>
            <a:off x="3460384" y="1286685"/>
            <a:ext cx="2212066" cy="3201100"/>
          </a:xfrm>
          <a:prstGeom prst="parallelogram">
            <a:avLst>
              <a:gd fmla="val 25000" name="adj"/>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23"/>
          <p:cNvSpPr/>
          <p:nvPr>
            <p:ph idx="4" type="pic"/>
          </p:nvPr>
        </p:nvSpPr>
        <p:spPr>
          <a:xfrm>
            <a:off x="4999502" y="1996549"/>
            <a:ext cx="2212066" cy="3201100"/>
          </a:xfrm>
          <a:prstGeom prst="parallelogram">
            <a:avLst>
              <a:gd fmla="val 25000" name="adj"/>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 name="Google Shape;105;p23"/>
          <p:cNvSpPr/>
          <p:nvPr>
            <p:ph idx="5" type="pic"/>
          </p:nvPr>
        </p:nvSpPr>
        <p:spPr>
          <a:xfrm>
            <a:off x="6778515" y="1286685"/>
            <a:ext cx="2212066" cy="3201100"/>
          </a:xfrm>
          <a:prstGeom prst="parallelogram">
            <a:avLst>
              <a:gd fmla="val 25000" name="adj"/>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6" name="Google Shape;106;p23"/>
          <p:cNvSpPr/>
          <p:nvPr>
            <p:ph idx="6" type="pic"/>
          </p:nvPr>
        </p:nvSpPr>
        <p:spPr>
          <a:xfrm>
            <a:off x="8317633" y="1996549"/>
            <a:ext cx="2212066" cy="3201100"/>
          </a:xfrm>
          <a:prstGeom prst="parallelogram">
            <a:avLst>
              <a:gd fmla="val 25000" name="adj"/>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 name="Google Shape;107;p23"/>
          <p:cNvSpPr txBox="1"/>
          <p:nvPr/>
        </p:nvSpPr>
        <p:spPr>
          <a:xfrm>
            <a:off x="527430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108" name="Google Shape;108;p23"/>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109" name="Google Shape;109;p23"/>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110" name="Google Shape;110;p23"/>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Объект с подписью">
  <p:cSld name="1_Объект с подписью">
    <p:spTree>
      <p:nvGrpSpPr>
        <p:cNvPr id="111" name="Shape 111"/>
        <p:cNvGrpSpPr/>
        <p:nvPr/>
      </p:nvGrpSpPr>
      <p:grpSpPr>
        <a:xfrm>
          <a:off x="0" y="0"/>
          <a:ext cx="0" cy="0"/>
          <a:chOff x="0" y="0"/>
          <a:chExt cx="0" cy="0"/>
        </a:xfrm>
      </p:grpSpPr>
      <p:sp>
        <p:nvSpPr>
          <p:cNvPr id="112" name="Google Shape;112;p24"/>
          <p:cNvSpPr/>
          <p:nvPr>
            <p:ph idx="2" type="pic"/>
          </p:nvPr>
        </p:nvSpPr>
        <p:spPr>
          <a:xfrm>
            <a:off x="6096001" y="1"/>
            <a:ext cx="2145632" cy="198521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3" name="Google Shape;113;p24"/>
          <p:cNvSpPr/>
          <p:nvPr>
            <p:ph idx="3" type="pic"/>
          </p:nvPr>
        </p:nvSpPr>
        <p:spPr>
          <a:xfrm>
            <a:off x="9721515" y="1985211"/>
            <a:ext cx="2470485" cy="169645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4" name="Google Shape;114;p24"/>
          <p:cNvSpPr/>
          <p:nvPr>
            <p:ph idx="4" type="pic"/>
          </p:nvPr>
        </p:nvSpPr>
        <p:spPr>
          <a:xfrm>
            <a:off x="8241633" y="1"/>
            <a:ext cx="3950366" cy="198521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5" name="Google Shape;115;p24"/>
          <p:cNvSpPr/>
          <p:nvPr>
            <p:ph idx="5" type="pic"/>
          </p:nvPr>
        </p:nvSpPr>
        <p:spPr>
          <a:xfrm>
            <a:off x="6095998" y="1985211"/>
            <a:ext cx="3625517" cy="289961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4"/>
          <p:cNvSpPr/>
          <p:nvPr>
            <p:ph idx="6" type="pic"/>
          </p:nvPr>
        </p:nvSpPr>
        <p:spPr>
          <a:xfrm>
            <a:off x="9721850" y="3681664"/>
            <a:ext cx="2470150" cy="317633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4"/>
          <p:cNvSpPr/>
          <p:nvPr>
            <p:ph idx="7" type="pic"/>
          </p:nvPr>
        </p:nvSpPr>
        <p:spPr>
          <a:xfrm>
            <a:off x="6096000" y="4884738"/>
            <a:ext cx="1784350" cy="197326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8" name="Google Shape;118;p24"/>
          <p:cNvSpPr/>
          <p:nvPr>
            <p:ph idx="8" type="pic"/>
          </p:nvPr>
        </p:nvSpPr>
        <p:spPr>
          <a:xfrm>
            <a:off x="7869238" y="4884738"/>
            <a:ext cx="1852612" cy="197326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9" name="Google Shape;119;p24"/>
          <p:cNvSpPr txBox="1"/>
          <p:nvPr/>
        </p:nvSpPr>
        <p:spPr>
          <a:xfrm>
            <a:off x="502436"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120" name="Google Shape;120;p24"/>
          <p:cNvPicPr preferRelativeResize="0"/>
          <p:nvPr/>
        </p:nvPicPr>
        <p:blipFill rotWithShape="1">
          <a:blip r:embed="rId2">
            <a:alphaModFix/>
          </a:blip>
          <a:srcRect b="0" l="0" r="0" t="0"/>
          <a:stretch/>
        </p:blipFill>
        <p:spPr>
          <a:xfrm>
            <a:off x="349390" y="225267"/>
            <a:ext cx="159022" cy="160799"/>
          </a:xfrm>
          <a:prstGeom prst="rect">
            <a:avLst/>
          </a:prstGeom>
          <a:noFill/>
          <a:ln>
            <a:noFill/>
          </a:ln>
        </p:spPr>
      </p:pic>
      <p:sp>
        <p:nvSpPr>
          <p:cNvPr id="121" name="Google Shape;121;p24"/>
          <p:cNvSpPr/>
          <p:nvPr/>
        </p:nvSpPr>
        <p:spPr>
          <a:xfrm>
            <a:off x="263563"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122" name="Google Shape;122;p24"/>
          <p:cNvCxnSpPr/>
          <p:nvPr/>
        </p:nvCxnSpPr>
        <p:spPr>
          <a:xfrm flipH="1">
            <a:off x="487127"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123" name="Google Shape;123;p24"/>
          <p:cNvSpPr txBox="1"/>
          <p:nvPr/>
        </p:nvSpPr>
        <p:spPr>
          <a:xfrm>
            <a:off x="150136"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124" name="Google Shape;124;p24"/>
          <p:cNvSpPr txBox="1"/>
          <p:nvPr/>
        </p:nvSpPr>
        <p:spPr>
          <a:xfrm>
            <a:off x="2242850"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Пользовательский макет">
  <p:cSld name="18_Пользовательский макет">
    <p:spTree>
      <p:nvGrpSpPr>
        <p:cNvPr id="125" name="Shape 125"/>
        <p:cNvGrpSpPr/>
        <p:nvPr/>
      </p:nvGrpSpPr>
      <p:grpSpPr>
        <a:xfrm>
          <a:off x="0" y="0"/>
          <a:ext cx="0" cy="0"/>
          <a:chOff x="0" y="0"/>
          <a:chExt cx="0" cy="0"/>
        </a:xfrm>
      </p:grpSpPr>
      <p:sp>
        <p:nvSpPr>
          <p:cNvPr id="126" name="Google Shape;126;p25"/>
          <p:cNvSpPr/>
          <p:nvPr>
            <p:ph idx="2" type="pic"/>
          </p:nvPr>
        </p:nvSpPr>
        <p:spPr>
          <a:xfrm>
            <a:off x="6112040" y="0"/>
            <a:ext cx="3116182" cy="275189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 name="Google Shape;127;p25"/>
          <p:cNvSpPr/>
          <p:nvPr>
            <p:ph idx="3" type="pic"/>
          </p:nvPr>
        </p:nvSpPr>
        <p:spPr>
          <a:xfrm>
            <a:off x="0" y="4174958"/>
            <a:ext cx="6112039" cy="2683041"/>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8" name="Google Shape;128;p25"/>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129" name="Google Shape;129;p25"/>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130" name="Google Shape;130;p25"/>
          <p:cNvSpPr/>
          <p:nvPr>
            <p:ph idx="4" type="pic"/>
          </p:nvPr>
        </p:nvSpPr>
        <p:spPr>
          <a:xfrm>
            <a:off x="9218696" y="-1"/>
            <a:ext cx="2973303" cy="275189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1" name="Google Shape;131;p25"/>
          <p:cNvSpPr/>
          <p:nvPr>
            <p:ph idx="5" type="pic"/>
          </p:nvPr>
        </p:nvSpPr>
        <p:spPr>
          <a:xfrm>
            <a:off x="6112040" y="2751898"/>
            <a:ext cx="3116182" cy="1423059"/>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2" name="Google Shape;132;p25"/>
          <p:cNvSpPr/>
          <p:nvPr>
            <p:ph idx="6" type="pic"/>
          </p:nvPr>
        </p:nvSpPr>
        <p:spPr>
          <a:xfrm>
            <a:off x="9228222" y="2751897"/>
            <a:ext cx="2963778" cy="410610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3" name="Google Shape;133;p25"/>
          <p:cNvSpPr/>
          <p:nvPr>
            <p:ph idx="7" type="pic"/>
          </p:nvPr>
        </p:nvSpPr>
        <p:spPr>
          <a:xfrm>
            <a:off x="6112040" y="4174957"/>
            <a:ext cx="3116182" cy="268304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Пользовательский макет">
  <p:cSld name="40_Пользовательский макет">
    <p:spTree>
      <p:nvGrpSpPr>
        <p:cNvPr id="134" name="Shape 134"/>
        <p:cNvGrpSpPr/>
        <p:nvPr/>
      </p:nvGrpSpPr>
      <p:grpSpPr>
        <a:xfrm>
          <a:off x="0" y="0"/>
          <a:ext cx="0" cy="0"/>
          <a:chOff x="0" y="0"/>
          <a:chExt cx="0" cy="0"/>
        </a:xfrm>
      </p:grpSpPr>
      <p:sp>
        <p:nvSpPr>
          <p:cNvPr id="135" name="Google Shape;135;p26"/>
          <p:cNvSpPr txBox="1"/>
          <p:nvPr/>
        </p:nvSpPr>
        <p:spPr>
          <a:xfrm>
            <a:off x="10193833"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136" name="Google Shape;136;p26"/>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137" name="Google Shape;137;p26"/>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138" name="Google Shape;138;p26"/>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139" name="Google Shape;139;p26"/>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140" name="Google Shape;140;p26"/>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
        <p:nvSpPr>
          <p:cNvPr id="141" name="Google Shape;141;p26"/>
          <p:cNvSpPr/>
          <p:nvPr>
            <p:ph idx="2" type="pic"/>
          </p:nvPr>
        </p:nvSpPr>
        <p:spPr>
          <a:xfrm>
            <a:off x="961956" y="922338"/>
            <a:ext cx="4067311" cy="514826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2" name="Google Shape;142;p26"/>
          <p:cNvSpPr/>
          <p:nvPr>
            <p:ph idx="3" type="pic"/>
          </p:nvPr>
        </p:nvSpPr>
        <p:spPr>
          <a:xfrm>
            <a:off x="5163843" y="922338"/>
            <a:ext cx="5769836" cy="249142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3" name="Google Shape;143;p26"/>
          <p:cNvSpPr/>
          <p:nvPr>
            <p:ph idx="4" type="pic"/>
          </p:nvPr>
        </p:nvSpPr>
        <p:spPr>
          <a:xfrm>
            <a:off x="5163843" y="3544389"/>
            <a:ext cx="5769836" cy="2526211"/>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2160">
          <p15:clr>
            <a:srgbClr val="FBAE40"/>
          </p15:clr>
        </p15:guide>
        <p15:guide id="2" pos="20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Пользовательский макет">
  <p:cSld name="22_Пользовательский макет">
    <p:spTree>
      <p:nvGrpSpPr>
        <p:cNvPr id="144" name="Shape 144"/>
        <p:cNvGrpSpPr/>
        <p:nvPr/>
      </p:nvGrpSpPr>
      <p:grpSpPr>
        <a:xfrm>
          <a:off x="0" y="0"/>
          <a:ext cx="0" cy="0"/>
          <a:chOff x="0" y="0"/>
          <a:chExt cx="0" cy="0"/>
        </a:xfrm>
      </p:grpSpPr>
      <p:sp>
        <p:nvSpPr>
          <p:cNvPr id="145" name="Google Shape;145;p27"/>
          <p:cNvSpPr/>
          <p:nvPr>
            <p:ph idx="2" type="pic"/>
          </p:nvPr>
        </p:nvSpPr>
        <p:spPr>
          <a:xfrm>
            <a:off x="3916906" y="941694"/>
            <a:ext cx="2469427" cy="5022141"/>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6" name="Google Shape;146;p27"/>
          <p:cNvSpPr/>
          <p:nvPr>
            <p:ph idx="3" type="pic"/>
          </p:nvPr>
        </p:nvSpPr>
        <p:spPr>
          <a:xfrm>
            <a:off x="6564572" y="3220873"/>
            <a:ext cx="2552131" cy="11737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7" name="Google Shape;147;p27"/>
          <p:cNvSpPr/>
          <p:nvPr>
            <p:ph idx="4" type="pic"/>
          </p:nvPr>
        </p:nvSpPr>
        <p:spPr>
          <a:xfrm>
            <a:off x="6564572" y="941695"/>
            <a:ext cx="4245143" cy="2060812"/>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8" name="Google Shape;148;p27"/>
          <p:cNvSpPr/>
          <p:nvPr>
            <p:ph idx="5" type="pic"/>
          </p:nvPr>
        </p:nvSpPr>
        <p:spPr>
          <a:xfrm>
            <a:off x="9294942" y="3220872"/>
            <a:ext cx="1514641" cy="274296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9" name="Google Shape;149;p27"/>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150" name="Google Shape;150;p27"/>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151" name="Google Shape;151;p27"/>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152" name="Google Shape;152;p27"/>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
        <p:nvSpPr>
          <p:cNvPr id="153" name="Google Shape;153;p27"/>
          <p:cNvSpPr/>
          <p:nvPr>
            <p:ph idx="6" type="pic"/>
          </p:nvPr>
        </p:nvSpPr>
        <p:spPr>
          <a:xfrm>
            <a:off x="6564572" y="4612945"/>
            <a:ext cx="2552131" cy="135089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4" name="Google Shape;154;p27"/>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155" name="Google Shape;155;p27"/>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Пользовательский макет">
  <p:cSld name="33_Пользовательский макет">
    <p:spTree>
      <p:nvGrpSpPr>
        <p:cNvPr id="156" name="Shape 156"/>
        <p:cNvGrpSpPr/>
        <p:nvPr/>
      </p:nvGrpSpPr>
      <p:grpSpPr>
        <a:xfrm>
          <a:off x="0" y="0"/>
          <a:ext cx="0" cy="0"/>
          <a:chOff x="0" y="0"/>
          <a:chExt cx="0" cy="0"/>
        </a:xfrm>
      </p:grpSpPr>
      <p:sp>
        <p:nvSpPr>
          <p:cNvPr id="157" name="Google Shape;157;p28"/>
          <p:cNvSpPr/>
          <p:nvPr>
            <p:ph idx="2" type="pic"/>
          </p:nvPr>
        </p:nvSpPr>
        <p:spPr>
          <a:xfrm>
            <a:off x="4176713" y="2433306"/>
            <a:ext cx="3711693" cy="20732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8" name="Google Shape;158;p28"/>
          <p:cNvSpPr/>
          <p:nvPr>
            <p:ph idx="3" type="pic"/>
          </p:nvPr>
        </p:nvSpPr>
        <p:spPr>
          <a:xfrm>
            <a:off x="7888407" y="2433306"/>
            <a:ext cx="4303594" cy="20732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9" name="Google Shape;159;p28"/>
          <p:cNvSpPr/>
          <p:nvPr>
            <p:ph idx="4" type="pic"/>
          </p:nvPr>
        </p:nvSpPr>
        <p:spPr>
          <a:xfrm>
            <a:off x="0" y="2433306"/>
            <a:ext cx="4176712" cy="20732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0" name="Google Shape;160;p28"/>
          <p:cNvSpPr txBox="1"/>
          <p:nvPr/>
        </p:nvSpPr>
        <p:spPr>
          <a:xfrm>
            <a:off x="5399492"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161" name="Google Shape;161;p28"/>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162" name="Google Shape;162;p28"/>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163" name="Google Shape;163;p28"/>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ользовательский макет">
  <p:cSld name="Пользовательский макет">
    <p:spTree>
      <p:nvGrpSpPr>
        <p:cNvPr id="164" name="Shape 164"/>
        <p:cNvGrpSpPr/>
        <p:nvPr/>
      </p:nvGrpSpPr>
      <p:grpSpPr>
        <a:xfrm>
          <a:off x="0" y="0"/>
          <a:ext cx="0" cy="0"/>
          <a:chOff x="0" y="0"/>
          <a:chExt cx="0" cy="0"/>
        </a:xfrm>
      </p:grpSpPr>
      <p:sp>
        <p:nvSpPr>
          <p:cNvPr id="165" name="Google Shape;165;p29"/>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Пользовательский макет">
  <p:cSld name="17_Пользовательский макет">
    <p:spTree>
      <p:nvGrpSpPr>
        <p:cNvPr id="166" name="Shape 166"/>
        <p:cNvGrpSpPr/>
        <p:nvPr/>
      </p:nvGrpSpPr>
      <p:grpSpPr>
        <a:xfrm>
          <a:off x="0" y="0"/>
          <a:ext cx="0" cy="0"/>
          <a:chOff x="0" y="0"/>
          <a:chExt cx="0" cy="0"/>
        </a:xfrm>
      </p:grpSpPr>
      <p:sp>
        <p:nvSpPr>
          <p:cNvPr id="167" name="Google Shape;167;p30"/>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extLst>
    <p:ext uri="{DCECCB84-F9BA-43D5-87BE-67443E8EF086}">
      <p15:sldGuideLst>
        <p15:guide id="1" orient="horz" pos="2568">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Пользовательский макет">
  <p:cSld name="12_Пользовательский макет">
    <p:spTree>
      <p:nvGrpSpPr>
        <p:cNvPr id="168" name="Shape 168"/>
        <p:cNvGrpSpPr/>
        <p:nvPr/>
      </p:nvGrpSpPr>
      <p:grpSpPr>
        <a:xfrm>
          <a:off x="0" y="0"/>
          <a:ext cx="0" cy="0"/>
          <a:chOff x="0" y="0"/>
          <a:chExt cx="0" cy="0"/>
        </a:xfrm>
      </p:grpSpPr>
      <p:sp>
        <p:nvSpPr>
          <p:cNvPr id="169" name="Google Shape;169;p31"/>
          <p:cNvSpPr/>
          <p:nvPr>
            <p:ph idx="2" type="pic"/>
          </p:nvPr>
        </p:nvSpPr>
        <p:spPr>
          <a:xfrm>
            <a:off x="1603238" y="0"/>
            <a:ext cx="5070277" cy="6858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0" name="Google Shape;170;p31"/>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171" name="Google Shape;171;p31"/>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172" name="Google Shape;172;p31"/>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173" name="Google Shape;173;p31"/>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Пользовательский макет">
  <p:cSld name="5_Пользовательский макет">
    <p:spTree>
      <p:nvGrpSpPr>
        <p:cNvPr id="174" name="Shape 174"/>
        <p:cNvGrpSpPr/>
        <p:nvPr/>
      </p:nvGrpSpPr>
      <p:grpSpPr>
        <a:xfrm>
          <a:off x="0" y="0"/>
          <a:ext cx="0" cy="0"/>
          <a:chOff x="0" y="0"/>
          <a:chExt cx="0" cy="0"/>
        </a:xfrm>
      </p:grpSpPr>
      <p:sp>
        <p:nvSpPr>
          <p:cNvPr id="175" name="Google Shape;175;p32"/>
          <p:cNvSpPr/>
          <p:nvPr>
            <p:ph idx="2" type="pic"/>
          </p:nvPr>
        </p:nvSpPr>
        <p:spPr>
          <a:xfrm>
            <a:off x="5358782" y="0"/>
            <a:ext cx="5261092" cy="6858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6" name="Google Shape;176;p32"/>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177" name="Google Shape;177;p32"/>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178" name="Google Shape;178;p32"/>
          <p:cNvSpPr txBox="1"/>
          <p:nvPr/>
        </p:nvSpPr>
        <p:spPr>
          <a:xfrm>
            <a:off x="210908"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179" name="Google Shape;179;p32"/>
          <p:cNvSpPr txBox="1"/>
          <p:nvPr/>
        </p:nvSpPr>
        <p:spPr>
          <a:xfrm>
            <a:off x="2242850"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Только заголовок">
  <p:cSld name="2_Только заголовок">
    <p:spTree>
      <p:nvGrpSpPr>
        <p:cNvPr id="180" name="Shape 180"/>
        <p:cNvGrpSpPr/>
        <p:nvPr/>
      </p:nvGrpSpPr>
      <p:grpSpPr>
        <a:xfrm>
          <a:off x="0" y="0"/>
          <a:ext cx="0" cy="0"/>
          <a:chOff x="0" y="0"/>
          <a:chExt cx="0" cy="0"/>
        </a:xfrm>
      </p:grpSpPr>
      <p:sp>
        <p:nvSpPr>
          <p:cNvPr id="181" name="Google Shape;181;p33"/>
          <p:cNvSpPr txBox="1"/>
          <p:nvPr/>
        </p:nvSpPr>
        <p:spPr>
          <a:xfrm>
            <a:off x="10193833"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182" name="Google Shape;182;p33"/>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183" name="Google Shape;183;p33"/>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184" name="Google Shape;184;p33"/>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185" name="Google Shape;185;p33"/>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186" name="Google Shape;186;p33"/>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Пользовательский макет">
  <p:cSld name="29_Пользовательский макет">
    <p:spTree>
      <p:nvGrpSpPr>
        <p:cNvPr id="187" name="Shape 187"/>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Пользовательский макет">
  <p:cSld name="39_Пользовательский макет">
    <p:spTree>
      <p:nvGrpSpPr>
        <p:cNvPr id="188" name="Shape 188"/>
        <p:cNvGrpSpPr/>
        <p:nvPr/>
      </p:nvGrpSpPr>
      <p:grpSpPr>
        <a:xfrm>
          <a:off x="0" y="0"/>
          <a:ext cx="0" cy="0"/>
          <a:chOff x="0" y="0"/>
          <a:chExt cx="0" cy="0"/>
        </a:xfrm>
      </p:grpSpPr>
      <p:sp>
        <p:nvSpPr>
          <p:cNvPr id="189" name="Google Shape;189;p35"/>
          <p:cNvSpPr txBox="1"/>
          <p:nvPr/>
        </p:nvSpPr>
        <p:spPr>
          <a:xfrm>
            <a:off x="5399492"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190" name="Google Shape;190;p35"/>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191" name="Google Shape;191;p35"/>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192" name="Google Shape;192;p35"/>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193" name="Google Shape;193;p35"/>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194" name="Google Shape;194;p35"/>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
        <p:nvSpPr>
          <p:cNvPr id="195" name="Google Shape;195;p35"/>
          <p:cNvSpPr/>
          <p:nvPr>
            <p:ph idx="2" type="pic"/>
          </p:nvPr>
        </p:nvSpPr>
        <p:spPr>
          <a:xfrm>
            <a:off x="5905500" y="2310064"/>
            <a:ext cx="4895850" cy="310775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Пользовательский макет">
  <p:cSld name="21_Пользовательский макет">
    <p:spTree>
      <p:nvGrpSpPr>
        <p:cNvPr id="196" name="Shape 196"/>
        <p:cNvGrpSpPr/>
        <p:nvPr/>
      </p:nvGrpSpPr>
      <p:grpSpPr>
        <a:xfrm>
          <a:off x="0" y="0"/>
          <a:ext cx="0" cy="0"/>
          <a:chOff x="0" y="0"/>
          <a:chExt cx="0" cy="0"/>
        </a:xfrm>
      </p:grpSpPr>
      <p:sp>
        <p:nvSpPr>
          <p:cNvPr id="197" name="Google Shape;197;p36"/>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198" name="Google Shape;198;p36"/>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199" name="Google Shape;199;p36"/>
          <p:cNvSpPr txBox="1"/>
          <p:nvPr/>
        </p:nvSpPr>
        <p:spPr>
          <a:xfrm>
            <a:off x="210908"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00" name="Google Shape;200;p36"/>
          <p:cNvSpPr txBox="1"/>
          <p:nvPr/>
        </p:nvSpPr>
        <p:spPr>
          <a:xfrm>
            <a:off x="954440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
        <p:nvSpPr>
          <p:cNvPr id="201" name="Google Shape;201;p36"/>
          <p:cNvSpPr/>
          <p:nvPr>
            <p:ph idx="2" type="pic"/>
          </p:nvPr>
        </p:nvSpPr>
        <p:spPr>
          <a:xfrm>
            <a:off x="5059925" y="1733550"/>
            <a:ext cx="2072150" cy="362585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Два объекта">
  <p:cSld name="1_Два объекта">
    <p:spTree>
      <p:nvGrpSpPr>
        <p:cNvPr id="202" name="Shape 202"/>
        <p:cNvGrpSpPr/>
        <p:nvPr/>
      </p:nvGrpSpPr>
      <p:grpSpPr>
        <a:xfrm>
          <a:off x="0" y="0"/>
          <a:ext cx="0" cy="0"/>
          <a:chOff x="0" y="0"/>
          <a:chExt cx="0" cy="0"/>
        </a:xfrm>
      </p:grpSpPr>
      <p:sp>
        <p:nvSpPr>
          <p:cNvPr id="203" name="Google Shape;203;p37"/>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04" name="Google Shape;204;p37"/>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205" name="Google Shape;205;p37"/>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
        <p:nvSpPr>
          <p:cNvPr id="206" name="Google Shape;206;p37"/>
          <p:cNvSpPr txBox="1"/>
          <p:nvPr/>
        </p:nvSpPr>
        <p:spPr>
          <a:xfrm>
            <a:off x="527430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Пользовательский макет">
  <p:cSld name="10_Пользовательский макет">
    <p:spTree>
      <p:nvGrpSpPr>
        <p:cNvPr id="207" name="Shape 207"/>
        <p:cNvGrpSpPr/>
        <p:nvPr/>
      </p:nvGrpSpPr>
      <p:grpSpPr>
        <a:xfrm>
          <a:off x="0" y="0"/>
          <a:ext cx="0" cy="0"/>
          <a:chOff x="0" y="0"/>
          <a:chExt cx="0" cy="0"/>
        </a:xfrm>
      </p:grpSpPr>
      <p:sp>
        <p:nvSpPr>
          <p:cNvPr id="208" name="Google Shape;208;p38"/>
          <p:cNvSpPr/>
          <p:nvPr/>
        </p:nvSpPr>
        <p:spPr>
          <a:xfrm>
            <a:off x="0" y="0"/>
            <a:ext cx="4555957" cy="6858000"/>
          </a:xfrm>
          <a:prstGeom prst="rect">
            <a:avLst/>
          </a:prstGeom>
          <a:solidFill>
            <a:srgbClr val="171616"/>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38"/>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
        <p:nvSpPr>
          <p:cNvPr id="210" name="Google Shape;210;p38"/>
          <p:cNvSpPr txBox="1"/>
          <p:nvPr/>
        </p:nvSpPr>
        <p:spPr>
          <a:xfrm>
            <a:off x="527430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11" name="Google Shape;211;p38"/>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lt1"/>
                </a:solidFill>
                <a:latin typeface="Poppins SemiBold"/>
                <a:ea typeface="Poppins SemiBold"/>
                <a:cs typeface="Poppins SemiBold"/>
                <a:sym typeface="Poppins SemiBold"/>
              </a:rPr>
              <a:t>PIXEL</a:t>
            </a:r>
            <a:r>
              <a:rPr b="1" i="0" lang="en-US" sz="800">
                <a:solidFill>
                  <a:schemeClr val="lt1"/>
                </a:solidFill>
                <a:latin typeface="Poppins SemiBold"/>
                <a:ea typeface="Poppins SemiBold"/>
                <a:cs typeface="Poppins SemiBold"/>
                <a:sym typeface="Poppins SemiBold"/>
              </a:rPr>
              <a:t> VISION</a:t>
            </a:r>
            <a:endParaRPr b="1" i="0" sz="800">
              <a:solidFill>
                <a:schemeClr val="lt1"/>
              </a:solidFill>
              <a:latin typeface="Calibri"/>
              <a:ea typeface="Calibri"/>
              <a:cs typeface="Calibri"/>
              <a:sym typeface="Calibri"/>
            </a:endParaRPr>
          </a:p>
        </p:txBody>
      </p:sp>
      <p:pic>
        <p:nvPicPr>
          <p:cNvPr id="212" name="Google Shape;212;p38"/>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Пользовательский макет">
  <p:cSld name="15_Пользовательский макет">
    <p:spTree>
      <p:nvGrpSpPr>
        <p:cNvPr id="213" name="Shape 213"/>
        <p:cNvGrpSpPr/>
        <p:nvPr/>
      </p:nvGrpSpPr>
      <p:grpSpPr>
        <a:xfrm>
          <a:off x="0" y="0"/>
          <a:ext cx="0" cy="0"/>
          <a:chOff x="0" y="0"/>
          <a:chExt cx="0" cy="0"/>
        </a:xfrm>
      </p:grpSpPr>
      <p:sp>
        <p:nvSpPr>
          <p:cNvPr id="214" name="Google Shape;214;p39"/>
          <p:cNvSpPr/>
          <p:nvPr/>
        </p:nvSpPr>
        <p:spPr>
          <a:xfrm>
            <a:off x="3705727" y="0"/>
            <a:ext cx="8486274" cy="6858000"/>
          </a:xfrm>
          <a:prstGeom prst="rect">
            <a:avLst/>
          </a:prstGeom>
          <a:solidFill>
            <a:srgbClr val="171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5" name="Google Shape;215;p39"/>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lt1"/>
                </a:solidFill>
                <a:latin typeface="Poppins SemiBold"/>
                <a:ea typeface="Poppins SemiBold"/>
                <a:cs typeface="Poppins SemiBold"/>
                <a:sym typeface="Poppins SemiBold"/>
              </a:rPr>
              <a:t>SLIDE SECTION</a:t>
            </a:r>
            <a:endParaRPr b="1" i="0" sz="800">
              <a:solidFill>
                <a:schemeClr val="lt1"/>
              </a:solidFill>
              <a:latin typeface="Calibri"/>
              <a:ea typeface="Calibri"/>
              <a:cs typeface="Calibri"/>
              <a:sym typeface="Calibri"/>
            </a:endParaRPr>
          </a:p>
        </p:txBody>
      </p:sp>
      <p:sp>
        <p:nvSpPr>
          <p:cNvPr id="216" name="Google Shape;216;p39"/>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17" name="Google Shape;217;p39"/>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218" name="Google Shape;218;p39"/>
          <p:cNvSpPr txBox="1"/>
          <p:nvPr/>
        </p:nvSpPr>
        <p:spPr>
          <a:xfrm>
            <a:off x="210908"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19" name="Google Shape;219;p39"/>
          <p:cNvSpPr/>
          <p:nvPr>
            <p:ph idx="2" type="pic"/>
          </p:nvPr>
        </p:nvSpPr>
        <p:spPr>
          <a:xfrm>
            <a:off x="6644641" y="3396342"/>
            <a:ext cx="2751908" cy="346165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Пользовательский макет">
  <p:cSld name="11_Пользовательский макет">
    <p:spTree>
      <p:nvGrpSpPr>
        <p:cNvPr id="220" name="Shape 220"/>
        <p:cNvGrpSpPr/>
        <p:nvPr/>
      </p:nvGrpSpPr>
      <p:grpSpPr>
        <a:xfrm>
          <a:off x="0" y="0"/>
          <a:ext cx="0" cy="0"/>
          <a:chOff x="0" y="0"/>
          <a:chExt cx="0" cy="0"/>
        </a:xfrm>
      </p:grpSpPr>
      <p:sp>
        <p:nvSpPr>
          <p:cNvPr id="221" name="Google Shape;221;p40"/>
          <p:cNvSpPr/>
          <p:nvPr/>
        </p:nvSpPr>
        <p:spPr>
          <a:xfrm>
            <a:off x="4326340" y="0"/>
            <a:ext cx="5349900" cy="6858000"/>
          </a:xfrm>
          <a:prstGeom prst="rect">
            <a:avLst/>
          </a:prstGeom>
          <a:solidFill>
            <a:srgbClr val="171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40"/>
          <p:cNvSpPr txBox="1"/>
          <p:nvPr/>
        </p:nvSpPr>
        <p:spPr>
          <a:xfrm>
            <a:off x="531011" y="225267"/>
            <a:ext cx="2144400" cy="215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23" name="Google Shape;223;p40"/>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224" name="Google Shape;224;p40"/>
          <p:cNvSpPr txBox="1"/>
          <p:nvPr/>
        </p:nvSpPr>
        <p:spPr>
          <a:xfrm>
            <a:off x="210908"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25" name="Google Shape;225;p40"/>
          <p:cNvSpPr txBox="1"/>
          <p:nvPr/>
        </p:nvSpPr>
        <p:spPr>
          <a:xfrm>
            <a:off x="5929073" y="225267"/>
            <a:ext cx="2144400" cy="215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800">
                <a:solidFill>
                  <a:schemeClr val="lt1"/>
                </a:solidFill>
                <a:latin typeface="Poppins SemiBold"/>
                <a:ea typeface="Poppins SemiBold"/>
                <a:cs typeface="Poppins SemiBold"/>
                <a:sym typeface="Poppins SemiBold"/>
              </a:rPr>
              <a:t>SLIDE SECTION</a:t>
            </a:r>
            <a:endParaRPr b="1" i="0" sz="800">
              <a:solidFill>
                <a:schemeClr val="lt1"/>
              </a:solidFill>
              <a:latin typeface="Calibri"/>
              <a:ea typeface="Calibri"/>
              <a:cs typeface="Calibri"/>
              <a:sym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Пользовательский макет">
  <p:cSld name="2_Пользовательский макет">
    <p:spTree>
      <p:nvGrpSpPr>
        <p:cNvPr id="226" name="Shape 226"/>
        <p:cNvGrpSpPr/>
        <p:nvPr/>
      </p:nvGrpSpPr>
      <p:grpSpPr>
        <a:xfrm>
          <a:off x="0" y="0"/>
          <a:ext cx="0" cy="0"/>
          <a:chOff x="0" y="0"/>
          <a:chExt cx="0" cy="0"/>
        </a:xfrm>
      </p:grpSpPr>
      <p:sp>
        <p:nvSpPr>
          <p:cNvPr id="227" name="Google Shape;227;p41"/>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28" name="Google Shape;228;p41"/>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229" name="Google Shape;229;p41"/>
          <p:cNvSpPr txBox="1"/>
          <p:nvPr/>
        </p:nvSpPr>
        <p:spPr>
          <a:xfrm>
            <a:off x="210908"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30" name="Google Shape;230;p41"/>
          <p:cNvSpPr/>
          <p:nvPr>
            <p:ph idx="2" type="pic"/>
          </p:nvPr>
        </p:nvSpPr>
        <p:spPr>
          <a:xfrm>
            <a:off x="8053137" y="0"/>
            <a:ext cx="4138863" cy="6858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1" name="Google Shape;231;p41"/>
          <p:cNvSpPr/>
          <p:nvPr>
            <p:ph idx="3" type="pic"/>
          </p:nvPr>
        </p:nvSpPr>
        <p:spPr>
          <a:xfrm>
            <a:off x="1208598" y="1614114"/>
            <a:ext cx="2592125" cy="345881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Пользовательский макет">
  <p:cSld name="38_Пользовательский макет">
    <p:spTree>
      <p:nvGrpSpPr>
        <p:cNvPr id="232" name="Shape 232"/>
        <p:cNvGrpSpPr/>
        <p:nvPr/>
      </p:nvGrpSpPr>
      <p:grpSpPr>
        <a:xfrm>
          <a:off x="0" y="0"/>
          <a:ext cx="0" cy="0"/>
          <a:chOff x="0" y="0"/>
          <a:chExt cx="0" cy="0"/>
        </a:xfrm>
      </p:grpSpPr>
      <p:sp>
        <p:nvSpPr>
          <p:cNvPr id="233" name="Google Shape;233;p42"/>
          <p:cNvSpPr txBox="1"/>
          <p:nvPr/>
        </p:nvSpPr>
        <p:spPr>
          <a:xfrm>
            <a:off x="5399492"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34" name="Google Shape;234;p42"/>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235" name="Google Shape;235;p42"/>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236" name="Google Shape;236;p42"/>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37" name="Google Shape;237;p42"/>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238" name="Google Shape;238;p42"/>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
        <p:nvSpPr>
          <p:cNvPr id="239" name="Google Shape;239;p42"/>
          <p:cNvSpPr/>
          <p:nvPr>
            <p:ph idx="2" type="pic"/>
          </p:nvPr>
        </p:nvSpPr>
        <p:spPr>
          <a:xfrm>
            <a:off x="1518698" y="2544417"/>
            <a:ext cx="4126727" cy="261598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Пользовательский макет">
  <p:cSld name="25_Пользовательский макет">
    <p:spTree>
      <p:nvGrpSpPr>
        <p:cNvPr id="240" name="Shape 240"/>
        <p:cNvGrpSpPr/>
        <p:nvPr/>
      </p:nvGrpSpPr>
      <p:grpSpPr>
        <a:xfrm>
          <a:off x="0" y="0"/>
          <a:ext cx="0" cy="0"/>
          <a:chOff x="0" y="0"/>
          <a:chExt cx="0" cy="0"/>
        </a:xfrm>
      </p:grpSpPr>
      <p:sp>
        <p:nvSpPr>
          <p:cNvPr id="241" name="Google Shape;241;p43"/>
          <p:cNvSpPr/>
          <p:nvPr>
            <p:ph idx="2" type="pic"/>
          </p:nvPr>
        </p:nvSpPr>
        <p:spPr>
          <a:xfrm>
            <a:off x="6561138" y="785813"/>
            <a:ext cx="4138612" cy="243865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42" name="Google Shape;242;p43"/>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43" name="Google Shape;243;p43"/>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244" name="Google Shape;244;p43"/>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245" name="Google Shape;245;p43"/>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
        <p:nvSpPr>
          <p:cNvPr id="246" name="Google Shape;246;p43"/>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47" name="Google Shape;247;p43"/>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Пользовательский макет">
  <p:cSld name="31_Пользовательский макет">
    <p:spTree>
      <p:nvGrpSpPr>
        <p:cNvPr id="248" name="Shape 248"/>
        <p:cNvGrpSpPr/>
        <p:nvPr/>
      </p:nvGrpSpPr>
      <p:grpSpPr>
        <a:xfrm>
          <a:off x="0" y="0"/>
          <a:ext cx="0" cy="0"/>
          <a:chOff x="0" y="0"/>
          <a:chExt cx="0" cy="0"/>
        </a:xfrm>
      </p:grpSpPr>
      <p:sp>
        <p:nvSpPr>
          <p:cNvPr id="249" name="Google Shape;249;p44"/>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50" name="Google Shape;250;p44"/>
          <p:cNvSpPr txBox="1"/>
          <p:nvPr/>
        </p:nvSpPr>
        <p:spPr>
          <a:xfrm>
            <a:off x="531011" y="6320641"/>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51" name="Google Shape;251;p44"/>
          <p:cNvPicPr preferRelativeResize="0"/>
          <p:nvPr/>
        </p:nvPicPr>
        <p:blipFill rotWithShape="1">
          <a:blip r:embed="rId2">
            <a:alphaModFix/>
          </a:blip>
          <a:srcRect b="0" l="0" r="0" t="0"/>
          <a:stretch/>
        </p:blipFill>
        <p:spPr>
          <a:xfrm>
            <a:off x="377965" y="6320641"/>
            <a:ext cx="159022" cy="160799"/>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Пользовательский макет">
  <p:cSld name="28_Пользовательский макет">
    <p:spTree>
      <p:nvGrpSpPr>
        <p:cNvPr id="252" name="Shape 252"/>
        <p:cNvGrpSpPr/>
        <p:nvPr/>
      </p:nvGrpSpPr>
      <p:grpSpPr>
        <a:xfrm>
          <a:off x="0" y="0"/>
          <a:ext cx="0" cy="0"/>
          <a:chOff x="0" y="0"/>
          <a:chExt cx="0" cy="0"/>
        </a:xfrm>
      </p:grpSpPr>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Пользовательский макет">
  <p:cSld name="30_Пользовательский макет">
    <p:spTree>
      <p:nvGrpSpPr>
        <p:cNvPr id="253" name="Shape 253"/>
        <p:cNvGrpSpPr/>
        <p:nvPr/>
      </p:nvGrpSpPr>
      <p:grpSpPr>
        <a:xfrm>
          <a:off x="0" y="0"/>
          <a:ext cx="0" cy="0"/>
          <a:chOff x="0" y="0"/>
          <a:chExt cx="0" cy="0"/>
        </a:xfrm>
      </p:grpSpPr>
      <p:sp>
        <p:nvSpPr>
          <p:cNvPr id="254" name="Google Shape;254;p46"/>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800">
                <a:solidFill>
                  <a:schemeClr val="dk1"/>
                </a:solidFill>
                <a:latin typeface="Poppins SemiBold"/>
                <a:ea typeface="Poppins SemiBold"/>
                <a:cs typeface="Poppins SemiBold"/>
                <a:sym typeface="Poppins SemiBold"/>
              </a:rPr>
              <a:t>LLAMA SOCKS</a:t>
            </a:r>
            <a:endParaRPr b="1" i="0" sz="800">
              <a:solidFill>
                <a:schemeClr val="dk1"/>
              </a:solidFill>
              <a:latin typeface="Calibri"/>
              <a:ea typeface="Calibri"/>
              <a:cs typeface="Calibri"/>
              <a:sym typeface="Calibri"/>
            </a:endParaRPr>
          </a:p>
        </p:txBody>
      </p:sp>
      <p:sp>
        <p:nvSpPr>
          <p:cNvPr id="255" name="Google Shape;255;p46"/>
          <p:cNvSpPr txBox="1"/>
          <p:nvPr/>
        </p:nvSpPr>
        <p:spPr>
          <a:xfrm>
            <a:off x="210908"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56" name="Google Shape;256;p46"/>
          <p:cNvSpPr txBox="1"/>
          <p:nvPr/>
        </p:nvSpPr>
        <p:spPr>
          <a:xfrm>
            <a:off x="2242850"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Пользовательский макет">
  <p:cSld name="32_Пользовательский макет">
    <p:spTree>
      <p:nvGrpSpPr>
        <p:cNvPr id="257" name="Shape 257"/>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Пользовательский макет">
  <p:cSld name="20_Пользовательский макет">
    <p:spTree>
      <p:nvGrpSpPr>
        <p:cNvPr id="258" name="Shape 258"/>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Пользовательский макет">
  <p:cSld name="27_Пользовательский макет">
    <p:spTree>
      <p:nvGrpSpPr>
        <p:cNvPr id="259" name="Shape 259"/>
        <p:cNvGrpSpPr/>
        <p:nvPr/>
      </p:nvGrpSpPr>
      <p:grpSpPr>
        <a:xfrm>
          <a:off x="0" y="0"/>
          <a:ext cx="0" cy="0"/>
          <a:chOff x="0" y="0"/>
          <a:chExt cx="0" cy="0"/>
        </a:xfrm>
      </p:grpSpPr>
      <p:sp>
        <p:nvSpPr>
          <p:cNvPr id="260" name="Google Shape;260;p49"/>
          <p:cNvSpPr/>
          <p:nvPr>
            <p:ph idx="2" type="pic"/>
          </p:nvPr>
        </p:nvSpPr>
        <p:spPr>
          <a:xfrm>
            <a:off x="0" y="0"/>
            <a:ext cx="12192000" cy="6858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Пользовательский макет">
  <p:cSld name="37_Пользовательский макет">
    <p:spTree>
      <p:nvGrpSpPr>
        <p:cNvPr id="261" name="Shape 261"/>
        <p:cNvGrpSpPr/>
        <p:nvPr/>
      </p:nvGrpSpPr>
      <p:grpSpPr>
        <a:xfrm>
          <a:off x="0" y="0"/>
          <a:ext cx="0" cy="0"/>
          <a:chOff x="0" y="0"/>
          <a:chExt cx="0" cy="0"/>
        </a:xfrm>
      </p:grpSpPr>
      <p:sp>
        <p:nvSpPr>
          <p:cNvPr id="262" name="Google Shape;262;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Сравнение">
  <p:cSld name="1_Сравнение">
    <p:spTree>
      <p:nvGrpSpPr>
        <p:cNvPr id="266" name="Shape 266"/>
        <p:cNvGrpSpPr/>
        <p:nvPr/>
      </p:nvGrpSpPr>
      <p:grpSpPr>
        <a:xfrm>
          <a:off x="0" y="0"/>
          <a:ext cx="0" cy="0"/>
          <a:chOff x="0" y="0"/>
          <a:chExt cx="0" cy="0"/>
        </a:xfrm>
      </p:grpSpPr>
      <p:sp>
        <p:nvSpPr>
          <p:cNvPr id="267" name="Google Shape;267;p51"/>
          <p:cNvSpPr txBox="1"/>
          <p:nvPr/>
        </p:nvSpPr>
        <p:spPr>
          <a:xfrm>
            <a:off x="527430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Пустой слайд">
  <p:cSld name="3_Пустой слайд">
    <p:spTree>
      <p:nvGrpSpPr>
        <p:cNvPr id="268" name="Shape 268"/>
        <p:cNvGrpSpPr/>
        <p:nvPr/>
      </p:nvGrpSpPr>
      <p:grpSpPr>
        <a:xfrm>
          <a:off x="0" y="0"/>
          <a:ext cx="0" cy="0"/>
          <a:chOff x="0" y="0"/>
          <a:chExt cx="0" cy="0"/>
        </a:xfrm>
      </p:grpSpPr>
      <p:sp>
        <p:nvSpPr>
          <p:cNvPr id="269" name="Google Shape;269;p52"/>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70" name="Google Shape;270;p52"/>
          <p:cNvSpPr/>
          <p:nvPr/>
        </p:nvSpPr>
        <p:spPr>
          <a:xfrm>
            <a:off x="11323951" y="1180287"/>
            <a:ext cx="588623"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Lato"/>
                <a:ea typeface="Lato"/>
                <a:cs typeface="Lato"/>
                <a:sym typeface="Lato"/>
              </a:rPr>
              <a:t>0</a:t>
            </a: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271" name="Google Shape;271;p52"/>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272" name="Google Shape;272;p52"/>
          <p:cNvSpPr txBox="1"/>
          <p:nvPr/>
        </p:nvSpPr>
        <p:spPr>
          <a:xfrm>
            <a:off x="6064723"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
        <p:nvSpPr>
          <p:cNvPr id="273" name="Google Shape;273;p52"/>
          <p:cNvSpPr txBox="1"/>
          <p:nvPr/>
        </p:nvSpPr>
        <p:spPr>
          <a:xfrm>
            <a:off x="10994788"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74" name="Google Shape;274;p52"/>
          <p:cNvPicPr preferRelativeResize="0"/>
          <p:nvPr/>
        </p:nvPicPr>
        <p:blipFill rotWithShape="1">
          <a:blip r:embed="rId2">
            <a:alphaModFix/>
          </a:blip>
          <a:srcRect b="0" l="0" r="0" t="0"/>
          <a:stretch/>
        </p:blipFill>
        <p:spPr>
          <a:xfrm>
            <a:off x="10841742" y="225267"/>
            <a:ext cx="159022" cy="160799"/>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Пользовательский макет">
  <p:cSld name="4_Пользовательский макет">
    <p:spTree>
      <p:nvGrpSpPr>
        <p:cNvPr id="275" name="Shape 275"/>
        <p:cNvGrpSpPr/>
        <p:nvPr/>
      </p:nvGrpSpPr>
      <p:grpSpPr>
        <a:xfrm>
          <a:off x="0" y="0"/>
          <a:ext cx="0" cy="0"/>
          <a:chOff x="0" y="0"/>
          <a:chExt cx="0" cy="0"/>
        </a:xfrm>
      </p:grpSpPr>
      <p:sp>
        <p:nvSpPr>
          <p:cNvPr id="276" name="Google Shape;276;p53"/>
          <p:cNvSpPr txBox="1"/>
          <p:nvPr/>
        </p:nvSpPr>
        <p:spPr>
          <a:xfrm>
            <a:off x="527430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77" name="Google Shape;277;p53"/>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78" name="Google Shape;278;p53"/>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279" name="Google Shape;279;p53"/>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Пользовательский макет">
  <p:cSld name="16_Пользовательский макет">
    <p:spTree>
      <p:nvGrpSpPr>
        <p:cNvPr id="280" name="Shape 280"/>
        <p:cNvGrpSpPr/>
        <p:nvPr/>
      </p:nvGrpSpPr>
      <p:grpSpPr>
        <a:xfrm>
          <a:off x="0" y="0"/>
          <a:ext cx="0" cy="0"/>
          <a:chOff x="0" y="0"/>
          <a:chExt cx="0" cy="0"/>
        </a:xfrm>
      </p:grpSpPr>
      <p:sp>
        <p:nvSpPr>
          <p:cNvPr id="281" name="Google Shape;281;p54"/>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82" name="Google Shape;282;p54"/>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283" name="Google Shape;283;p54"/>
          <p:cNvSpPr txBox="1"/>
          <p:nvPr/>
        </p:nvSpPr>
        <p:spPr>
          <a:xfrm>
            <a:off x="2242850"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Пользовательский макет">
  <p:cSld name="14_Пользовательский макет">
    <p:spTree>
      <p:nvGrpSpPr>
        <p:cNvPr id="284" name="Shape 284"/>
        <p:cNvGrpSpPr/>
        <p:nvPr/>
      </p:nvGrpSpPr>
      <p:grpSpPr>
        <a:xfrm>
          <a:off x="0" y="0"/>
          <a:ext cx="0" cy="0"/>
          <a:chOff x="0" y="0"/>
          <a:chExt cx="0" cy="0"/>
        </a:xfrm>
      </p:grpSpPr>
      <p:sp>
        <p:nvSpPr>
          <p:cNvPr id="285" name="Google Shape;285;p55"/>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86" name="Google Shape;286;p55"/>
          <p:cNvSpPr/>
          <p:nvPr/>
        </p:nvSpPr>
        <p:spPr>
          <a:xfrm>
            <a:off x="11323951" y="1180287"/>
            <a:ext cx="45397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1" lang="en-US" sz="1800">
                <a:solidFill>
                  <a:schemeClr val="dk1"/>
                </a:solidFill>
                <a:latin typeface="Lato"/>
                <a:ea typeface="Lato"/>
                <a:cs typeface="Lato"/>
                <a:sym typeface="Lato"/>
              </a:rPr>
              <a:t>‹#›</a:t>
            </a:fld>
            <a:endParaRPr sz="1000">
              <a:solidFill>
                <a:srgbClr val="0000ED"/>
              </a:solidFill>
              <a:latin typeface="Lato"/>
              <a:ea typeface="Lato"/>
              <a:cs typeface="Lato"/>
              <a:sym typeface="Lato"/>
            </a:endParaRPr>
          </a:p>
        </p:txBody>
      </p:sp>
      <p:cxnSp>
        <p:nvCxnSpPr>
          <p:cNvPr id="287" name="Google Shape;287;p55"/>
          <p:cNvCxnSpPr/>
          <p:nvPr/>
        </p:nvCxnSpPr>
        <p:spPr>
          <a:xfrm flipH="1">
            <a:off x="11547515" y="1717278"/>
            <a:ext cx="3416" cy="472239"/>
          </a:xfrm>
          <a:prstGeom prst="straightConnector1">
            <a:avLst/>
          </a:prstGeom>
          <a:noFill/>
          <a:ln cap="flat" cmpd="sng" w="19050">
            <a:solidFill>
              <a:srgbClr val="171616"/>
            </a:solidFill>
            <a:prstDash val="solid"/>
            <a:miter lim="800000"/>
            <a:headEnd len="sm" w="sm" type="none"/>
            <a:tailEnd len="sm" w="sm" type="none"/>
          </a:ln>
        </p:spPr>
      </p:cxnSp>
      <p:sp>
        <p:nvSpPr>
          <p:cNvPr id="288" name="Google Shape;288;p55"/>
          <p:cNvSpPr txBox="1"/>
          <p:nvPr/>
        </p:nvSpPr>
        <p:spPr>
          <a:xfrm>
            <a:off x="10994788"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89" name="Google Shape;289;p55"/>
          <p:cNvPicPr preferRelativeResize="0"/>
          <p:nvPr/>
        </p:nvPicPr>
        <p:blipFill rotWithShape="1">
          <a:blip r:embed="rId2">
            <a:alphaModFix/>
          </a:blip>
          <a:srcRect b="0" l="0" r="0" t="0"/>
          <a:stretch/>
        </p:blipFill>
        <p:spPr>
          <a:xfrm>
            <a:off x="10841742" y="225267"/>
            <a:ext cx="159022" cy="160799"/>
          </a:xfrm>
          <a:prstGeom prst="rect">
            <a:avLst/>
          </a:prstGeom>
          <a:noFill/>
          <a:ln>
            <a:noFill/>
          </a:ln>
        </p:spPr>
      </p:pic>
      <p:sp>
        <p:nvSpPr>
          <p:cNvPr id="290" name="Google Shape;290;p55"/>
          <p:cNvSpPr txBox="1"/>
          <p:nvPr/>
        </p:nvSpPr>
        <p:spPr>
          <a:xfrm>
            <a:off x="6857380"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Пустой слайд">
  <p:cSld name="4_Пустой слайд">
    <p:spTree>
      <p:nvGrpSpPr>
        <p:cNvPr id="291" name="Shape 291"/>
        <p:cNvGrpSpPr/>
        <p:nvPr/>
      </p:nvGrpSpPr>
      <p:grpSpPr>
        <a:xfrm>
          <a:off x="0" y="0"/>
          <a:ext cx="0" cy="0"/>
          <a:chOff x="0" y="0"/>
          <a:chExt cx="0" cy="0"/>
        </a:xfrm>
      </p:grpSpPr>
      <p:sp>
        <p:nvSpPr>
          <p:cNvPr id="292" name="Google Shape;292;p56"/>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293" name="Google Shape;293;p56"/>
          <p:cNvSpPr/>
          <p:nvPr/>
        </p:nvSpPr>
        <p:spPr>
          <a:xfrm>
            <a:off x="11323951" y="1180287"/>
            <a:ext cx="64312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Lato"/>
                <a:ea typeface="Lato"/>
                <a:cs typeface="Lato"/>
                <a:sym typeface="Lato"/>
              </a:rPr>
              <a:t>0</a:t>
            </a:r>
            <a:fld id="{00000000-1234-1234-1234-123412341234}" type="slidenum">
              <a:rPr b="1" lang="en-US" sz="1800">
                <a:solidFill>
                  <a:schemeClr val="dk1"/>
                </a:solidFill>
                <a:latin typeface="Lato"/>
                <a:ea typeface="Lato"/>
                <a:cs typeface="Lato"/>
                <a:sym typeface="Lato"/>
              </a:rPr>
              <a:t>‹#›</a:t>
            </a:fld>
            <a:r>
              <a:rPr lang="en-US" sz="1800">
                <a:solidFill>
                  <a:srgbClr val="0000ED"/>
                </a:solidFill>
                <a:latin typeface="Lato"/>
                <a:ea typeface="Lato"/>
                <a:cs typeface="Lato"/>
                <a:sym typeface="Lato"/>
              </a:rPr>
              <a:t>.</a:t>
            </a:r>
            <a:endParaRPr sz="1000">
              <a:solidFill>
                <a:srgbClr val="0000ED"/>
              </a:solidFill>
              <a:latin typeface="Lato"/>
              <a:ea typeface="Lato"/>
              <a:cs typeface="Lato"/>
              <a:sym typeface="Lato"/>
            </a:endParaRPr>
          </a:p>
        </p:txBody>
      </p:sp>
      <p:cxnSp>
        <p:nvCxnSpPr>
          <p:cNvPr id="294" name="Google Shape;294;p56"/>
          <p:cNvCxnSpPr/>
          <p:nvPr/>
        </p:nvCxnSpPr>
        <p:spPr>
          <a:xfrm flipH="1">
            <a:off x="11547515" y="1717278"/>
            <a:ext cx="3416" cy="472239"/>
          </a:xfrm>
          <a:prstGeom prst="straightConnector1">
            <a:avLst/>
          </a:prstGeom>
          <a:noFill/>
          <a:ln cap="flat" cmpd="sng" w="19050">
            <a:solidFill>
              <a:srgbClr val="0000ED"/>
            </a:solidFill>
            <a:prstDash val="solid"/>
            <a:miter lim="800000"/>
            <a:headEnd len="sm" w="sm" type="none"/>
            <a:tailEnd len="sm" w="sm" type="none"/>
          </a:ln>
        </p:spPr>
      </p:cxnSp>
      <p:sp>
        <p:nvSpPr>
          <p:cNvPr id="295" name="Google Shape;295;p56"/>
          <p:cNvSpPr txBox="1"/>
          <p:nvPr/>
        </p:nvSpPr>
        <p:spPr>
          <a:xfrm>
            <a:off x="6064723"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
        <p:nvSpPr>
          <p:cNvPr id="296" name="Google Shape;296;p56"/>
          <p:cNvSpPr txBox="1"/>
          <p:nvPr/>
        </p:nvSpPr>
        <p:spPr>
          <a:xfrm>
            <a:off x="10994788"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297" name="Google Shape;297;p56"/>
          <p:cNvPicPr preferRelativeResize="0"/>
          <p:nvPr/>
        </p:nvPicPr>
        <p:blipFill rotWithShape="1">
          <a:blip r:embed="rId2">
            <a:alphaModFix/>
          </a:blip>
          <a:srcRect b="0" l="0" r="0" t="0"/>
          <a:stretch/>
        </p:blipFill>
        <p:spPr>
          <a:xfrm>
            <a:off x="10841742" y="225267"/>
            <a:ext cx="159022" cy="160799"/>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Титульный слайд" showMasterSp="0">
  <p:cSld name="1_Титульный слайд">
    <p:spTree>
      <p:nvGrpSpPr>
        <p:cNvPr id="298" name="Shape 298"/>
        <p:cNvGrpSpPr/>
        <p:nvPr/>
      </p:nvGrpSpPr>
      <p:grpSpPr>
        <a:xfrm>
          <a:off x="0" y="0"/>
          <a:ext cx="0" cy="0"/>
          <a:chOff x="0" y="0"/>
          <a:chExt cx="0" cy="0"/>
        </a:xfrm>
      </p:grpSpPr>
      <p:sp>
        <p:nvSpPr>
          <p:cNvPr id="299" name="Google Shape;299;p57"/>
          <p:cNvSpPr/>
          <p:nvPr/>
        </p:nvSpPr>
        <p:spPr>
          <a:xfrm>
            <a:off x="0" y="1150486"/>
            <a:ext cx="6458246" cy="5711588"/>
          </a:xfrm>
          <a:custGeom>
            <a:rect b="b" l="l" r="r" t="t"/>
            <a:pathLst>
              <a:path extrusionOk="0" h="5711588" w="6458246">
                <a:moveTo>
                  <a:pt x="0" y="5697940"/>
                </a:moveTo>
                <a:lnTo>
                  <a:pt x="0" y="0"/>
                </a:lnTo>
                <a:lnTo>
                  <a:pt x="6458246" y="5711588"/>
                </a:lnTo>
                <a:lnTo>
                  <a:pt x="0" y="5697940"/>
                </a:lnTo>
                <a:close/>
              </a:path>
            </a:pathLst>
          </a:cu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p57"/>
          <p:cNvSpPr/>
          <p:nvPr/>
        </p:nvSpPr>
        <p:spPr>
          <a:xfrm>
            <a:off x="-5118" y="-9527"/>
            <a:ext cx="5385192" cy="6872928"/>
          </a:xfrm>
          <a:custGeom>
            <a:rect b="b" l="l" r="r" t="t"/>
            <a:pathLst>
              <a:path extrusionOk="0" h="6872928" w="5385192">
                <a:moveTo>
                  <a:pt x="24168" y="6872928"/>
                </a:moveTo>
                <a:lnTo>
                  <a:pt x="0" y="0"/>
                </a:lnTo>
                <a:lnTo>
                  <a:pt x="5385192" y="0"/>
                </a:lnTo>
                <a:lnTo>
                  <a:pt x="2633462" y="6871648"/>
                </a:lnTo>
                <a:lnTo>
                  <a:pt x="24168" y="6872928"/>
                </a:lnTo>
                <a:close/>
              </a:path>
            </a:pathLst>
          </a:custGeom>
          <a:solidFill>
            <a:srgbClr val="BFBFBF">
              <a:alpha val="3686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1" name="Google Shape;301;p57"/>
          <p:cNvSpPr txBox="1"/>
          <p:nvPr/>
        </p:nvSpPr>
        <p:spPr>
          <a:xfrm>
            <a:off x="10378490" y="6320641"/>
            <a:ext cx="1584088" cy="230832"/>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rgbClr val="A5A5A5"/>
                </a:solidFill>
                <a:latin typeface="Poppins SemiBold"/>
                <a:ea typeface="Poppins SemiBold"/>
                <a:cs typeface="Poppins SemiBold"/>
                <a:sym typeface="Poppins SemiBold"/>
              </a:rPr>
              <a:t>www.floraladdress.com</a:t>
            </a:r>
            <a:endParaRPr b="0" i="0" sz="1000">
              <a:solidFill>
                <a:srgbClr val="A5A5A5"/>
              </a:solidFill>
              <a:latin typeface="Lato"/>
              <a:ea typeface="Lato"/>
              <a:cs typeface="Lato"/>
              <a:sym typeface="Lato"/>
            </a:endParaRPr>
          </a:p>
        </p:txBody>
      </p:sp>
      <p:sp>
        <p:nvSpPr>
          <p:cNvPr id="302" name="Google Shape;302;p57"/>
          <p:cNvSpPr/>
          <p:nvPr/>
        </p:nvSpPr>
        <p:spPr>
          <a:xfrm>
            <a:off x="11323951" y="1180287"/>
            <a:ext cx="64312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Lato"/>
                <a:ea typeface="Lato"/>
                <a:cs typeface="Lato"/>
                <a:sym typeface="Lato"/>
              </a:rPr>
              <a:t>0</a:t>
            </a:r>
            <a:fld id="{00000000-1234-1234-1234-123412341234}" type="slidenum">
              <a:rPr b="1" lang="en-US" sz="1800">
                <a:solidFill>
                  <a:schemeClr val="dk1"/>
                </a:solidFill>
                <a:latin typeface="Lato"/>
                <a:ea typeface="Lato"/>
                <a:cs typeface="Lato"/>
                <a:sym typeface="Lato"/>
              </a:rPr>
              <a:t>‹#›</a:t>
            </a:fld>
            <a:r>
              <a:rPr lang="en-US" sz="1800">
                <a:solidFill>
                  <a:srgbClr val="0000ED"/>
                </a:solidFill>
                <a:latin typeface="Lato"/>
                <a:ea typeface="Lato"/>
                <a:cs typeface="Lato"/>
                <a:sym typeface="Lato"/>
              </a:rPr>
              <a:t>.</a:t>
            </a:r>
            <a:endParaRPr sz="1000">
              <a:solidFill>
                <a:srgbClr val="0000ED"/>
              </a:solidFill>
              <a:latin typeface="Lato"/>
              <a:ea typeface="Lato"/>
              <a:cs typeface="Lato"/>
              <a:sym typeface="Lato"/>
            </a:endParaRPr>
          </a:p>
        </p:txBody>
      </p:sp>
      <p:cxnSp>
        <p:nvCxnSpPr>
          <p:cNvPr id="303" name="Google Shape;303;p57"/>
          <p:cNvCxnSpPr/>
          <p:nvPr/>
        </p:nvCxnSpPr>
        <p:spPr>
          <a:xfrm flipH="1">
            <a:off x="11547515" y="1717278"/>
            <a:ext cx="3416" cy="472239"/>
          </a:xfrm>
          <a:prstGeom prst="straightConnector1">
            <a:avLst/>
          </a:prstGeom>
          <a:noFill/>
          <a:ln cap="flat" cmpd="sng" w="19050">
            <a:solidFill>
              <a:srgbClr val="0000ED"/>
            </a:solidFill>
            <a:prstDash val="solid"/>
            <a:miter lim="800000"/>
            <a:headEnd len="sm" w="sm" type="none"/>
            <a:tailEnd len="sm" w="sm" type="none"/>
          </a:ln>
        </p:spPr>
      </p:cxnSp>
      <p:sp>
        <p:nvSpPr>
          <p:cNvPr id="304" name="Google Shape;304;p57"/>
          <p:cNvSpPr txBox="1"/>
          <p:nvPr/>
        </p:nvSpPr>
        <p:spPr>
          <a:xfrm>
            <a:off x="531011"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800">
                <a:solidFill>
                  <a:schemeClr val="dk1"/>
                </a:solidFill>
                <a:latin typeface="Poppins SemiBold"/>
                <a:ea typeface="Poppins SemiBold"/>
                <a:cs typeface="Poppins SemiBold"/>
                <a:sym typeface="Poppins SemiBold"/>
              </a:rPr>
              <a:t>PIXEL</a:t>
            </a:r>
            <a:r>
              <a:rPr b="1" i="0" lang="en-US" sz="800">
                <a:solidFill>
                  <a:schemeClr val="dk1"/>
                </a:solidFill>
                <a:latin typeface="Poppins SemiBold"/>
                <a:ea typeface="Poppins SemiBold"/>
                <a:cs typeface="Poppins SemiBold"/>
                <a:sym typeface="Poppins SemiBold"/>
              </a:rPr>
              <a:t> VISION</a:t>
            </a:r>
            <a:endParaRPr b="1" i="0" sz="800">
              <a:solidFill>
                <a:schemeClr val="dk1"/>
              </a:solidFill>
              <a:latin typeface="Calibri"/>
              <a:ea typeface="Calibri"/>
              <a:cs typeface="Calibri"/>
              <a:sym typeface="Calibri"/>
            </a:endParaRPr>
          </a:p>
        </p:txBody>
      </p:sp>
      <p:pic>
        <p:nvPicPr>
          <p:cNvPr id="305" name="Google Shape;305;p57"/>
          <p:cNvPicPr preferRelativeResize="0"/>
          <p:nvPr/>
        </p:nvPicPr>
        <p:blipFill rotWithShape="1">
          <a:blip r:embed="rId2">
            <a:alphaModFix/>
          </a:blip>
          <a:srcRect b="0" l="0" r="0" t="0"/>
          <a:stretch/>
        </p:blipFill>
        <p:spPr>
          <a:xfrm>
            <a:off x="377965" y="225267"/>
            <a:ext cx="159022" cy="160799"/>
          </a:xfrm>
          <a:prstGeom prst="rect">
            <a:avLst/>
          </a:prstGeom>
          <a:noFill/>
          <a:ln>
            <a:noFill/>
          </a:ln>
        </p:spPr>
      </p:pic>
      <p:sp>
        <p:nvSpPr>
          <p:cNvPr id="306" name="Google Shape;306;p57"/>
          <p:cNvSpPr txBox="1"/>
          <p:nvPr/>
        </p:nvSpPr>
        <p:spPr>
          <a:xfrm>
            <a:off x="9818122" y="225267"/>
            <a:ext cx="2144456" cy="2154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dk1"/>
                </a:solidFill>
                <a:latin typeface="Poppins SemiBold"/>
                <a:ea typeface="Poppins SemiBold"/>
                <a:cs typeface="Poppins SemiBold"/>
                <a:sym typeface="Poppins SemiBold"/>
              </a:rPr>
              <a:t>SLIDE SECTION</a:t>
            </a:r>
            <a:endParaRPr b="1" i="0" sz="800">
              <a:solidFill>
                <a:schemeClr val="dk1"/>
              </a:solidFill>
              <a:latin typeface="Calibri"/>
              <a:ea typeface="Calibri"/>
              <a:cs typeface="Calibri"/>
              <a:sym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Пользовательский макет">
  <p:cSld name="7_Пользовательский макет">
    <p:spTree>
      <p:nvGrpSpPr>
        <p:cNvPr id="307" name="Shape 30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58" Type="http://schemas.openxmlformats.org/officeDocument/2006/relationships/theme" Target="../theme/theme2.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xml"/><Relationship Id="rId3" Type="http://schemas.openxmlformats.org/officeDocument/2006/relationships/hyperlink" Target="https://www.shopify.ca/blog/8484093-why-online-retailers-are-losing-67-45-of-sales-and-what-to-do-about-i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hyperlink" Target="https://developers.google.com/international/" TargetMode="Externa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10.jp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grpSp>
        <p:nvGrpSpPr>
          <p:cNvPr id="313" name="Google Shape;313;p59"/>
          <p:cNvGrpSpPr/>
          <p:nvPr/>
        </p:nvGrpSpPr>
        <p:grpSpPr>
          <a:xfrm>
            <a:off x="-5118" y="-9527"/>
            <a:ext cx="6463364" cy="6881126"/>
            <a:chOff x="-5118" y="-9527"/>
            <a:chExt cx="6463364" cy="6881126"/>
          </a:xfrm>
        </p:grpSpPr>
        <p:sp>
          <p:nvSpPr>
            <p:cNvPr id="314" name="Google Shape;314;p59"/>
            <p:cNvSpPr/>
            <p:nvPr/>
          </p:nvSpPr>
          <p:spPr>
            <a:xfrm>
              <a:off x="0" y="1160011"/>
              <a:ext cx="6458246" cy="5711588"/>
            </a:xfrm>
            <a:custGeom>
              <a:rect b="b" l="l" r="r" t="t"/>
              <a:pathLst>
                <a:path extrusionOk="0" h="5711588" w="6458246">
                  <a:moveTo>
                    <a:pt x="0" y="5697940"/>
                  </a:moveTo>
                  <a:lnTo>
                    <a:pt x="0" y="0"/>
                  </a:lnTo>
                  <a:lnTo>
                    <a:pt x="6458246" y="5711588"/>
                  </a:lnTo>
                  <a:lnTo>
                    <a:pt x="0" y="569794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5" name="Google Shape;315;p59"/>
            <p:cNvSpPr/>
            <p:nvPr/>
          </p:nvSpPr>
          <p:spPr>
            <a:xfrm>
              <a:off x="-5118" y="-9527"/>
              <a:ext cx="5385192" cy="6872928"/>
            </a:xfrm>
            <a:custGeom>
              <a:rect b="b" l="l" r="r" t="t"/>
              <a:pathLst>
                <a:path extrusionOk="0" h="6872928" w="5385192">
                  <a:moveTo>
                    <a:pt x="24168" y="6872928"/>
                  </a:moveTo>
                  <a:lnTo>
                    <a:pt x="0" y="0"/>
                  </a:lnTo>
                  <a:lnTo>
                    <a:pt x="5385192" y="0"/>
                  </a:lnTo>
                  <a:lnTo>
                    <a:pt x="2633462" y="6871648"/>
                  </a:lnTo>
                  <a:lnTo>
                    <a:pt x="24168" y="6872928"/>
                  </a:lnTo>
                  <a:close/>
                </a:path>
              </a:pathLst>
            </a:custGeom>
            <a:solidFill>
              <a:srgbClr val="171616">
                <a:alpha val="8275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3A3838"/>
                </a:solidFill>
                <a:latin typeface="Calibri"/>
                <a:ea typeface="Calibri"/>
                <a:cs typeface="Calibri"/>
                <a:sym typeface="Calibri"/>
              </a:endParaRPr>
            </a:p>
          </p:txBody>
        </p:sp>
      </p:grpSp>
      <p:sp>
        <p:nvSpPr>
          <p:cNvPr id="316" name="Google Shape;316;p59"/>
          <p:cNvSpPr txBox="1"/>
          <p:nvPr/>
        </p:nvSpPr>
        <p:spPr>
          <a:xfrm>
            <a:off x="10378490" y="6320641"/>
            <a:ext cx="1584000" cy="2307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900">
                <a:solidFill>
                  <a:schemeClr val="lt1"/>
                </a:solidFill>
                <a:latin typeface="Poppins SemiBold"/>
                <a:ea typeface="Poppins SemiBold"/>
                <a:cs typeface="Poppins SemiBold"/>
                <a:sym typeface="Poppins SemiBold"/>
              </a:rPr>
              <a:t>www.floraladdress.com</a:t>
            </a:r>
            <a:endParaRPr b="0" i="0" sz="1000">
              <a:solidFill>
                <a:schemeClr val="lt1"/>
              </a:solidFill>
              <a:latin typeface="Lato"/>
              <a:ea typeface="Lato"/>
              <a:cs typeface="Lato"/>
              <a:sym typeface="Lato"/>
            </a:endParaRPr>
          </a:p>
        </p:txBody>
      </p:sp>
      <p:sp>
        <p:nvSpPr>
          <p:cNvPr id="317" name="Google Shape;317;p59"/>
          <p:cNvSpPr txBox="1"/>
          <p:nvPr/>
        </p:nvSpPr>
        <p:spPr>
          <a:xfrm>
            <a:off x="9818122" y="225267"/>
            <a:ext cx="2144400" cy="2154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800">
                <a:solidFill>
                  <a:schemeClr val="lt1"/>
                </a:solidFill>
                <a:latin typeface="Poppins SemiBold"/>
                <a:ea typeface="Poppins SemiBold"/>
                <a:cs typeface="Poppins SemiBold"/>
                <a:sym typeface="Poppins SemiBold"/>
              </a:rPr>
              <a:t>SLIDE SECTION</a:t>
            </a:r>
            <a:endParaRPr b="1" i="0" sz="800">
              <a:solidFill>
                <a:schemeClr val="lt1"/>
              </a:solidFill>
              <a:latin typeface="Calibri"/>
              <a:ea typeface="Calibri"/>
              <a:cs typeface="Calibri"/>
              <a:sym typeface="Calibri"/>
            </a:endParaRPr>
          </a:p>
        </p:txBody>
      </p:sp>
      <p:sp>
        <p:nvSpPr>
          <p:cNvPr id="318" name="Google Shape;318;p59"/>
          <p:cNvSpPr txBox="1"/>
          <p:nvPr/>
        </p:nvSpPr>
        <p:spPr>
          <a:xfrm>
            <a:off x="5191125" y="2551525"/>
            <a:ext cx="6511200" cy="20670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4000"/>
              <a:buFont typeface="Calibri"/>
              <a:buNone/>
            </a:pPr>
            <a:r>
              <a:rPr b="1" lang="en-US" sz="4400">
                <a:solidFill>
                  <a:srgbClr val="3C78D8"/>
                </a:solidFill>
                <a:latin typeface="Poppins SemiBold"/>
                <a:ea typeface="Poppins SemiBold"/>
                <a:cs typeface="Poppins SemiBold"/>
                <a:sym typeface="Poppins SemiBold"/>
              </a:rPr>
              <a:t>Internationalizatio</a:t>
            </a:r>
            <a:r>
              <a:rPr b="1" lang="en-US" sz="4400">
                <a:solidFill>
                  <a:srgbClr val="3C78D8"/>
                </a:solidFill>
                <a:latin typeface="Poppins SemiBold"/>
                <a:ea typeface="Poppins SemiBold"/>
                <a:cs typeface="Poppins SemiBold"/>
                <a:sym typeface="Poppins SemiBold"/>
              </a:rPr>
              <a:t>n</a:t>
            </a:r>
            <a:r>
              <a:rPr b="1" lang="en-US" sz="4400">
                <a:latin typeface="Poppins SemiBold"/>
                <a:ea typeface="Poppins SemiBold"/>
                <a:cs typeface="Poppins SemiBold"/>
                <a:sym typeface="Poppins SemiBold"/>
              </a:rPr>
              <a:t> for the </a:t>
            </a:r>
            <a:r>
              <a:rPr b="1" lang="en-US" sz="4400">
                <a:latin typeface="Poppins SemiBold"/>
                <a:ea typeface="Poppins SemiBold"/>
                <a:cs typeface="Poppins SemiBold"/>
                <a:sym typeface="Poppins SemiBold"/>
              </a:rPr>
              <a:t>W</a:t>
            </a:r>
            <a:r>
              <a:rPr b="1" lang="en-US" sz="4400">
                <a:latin typeface="Poppins SemiBold"/>
                <a:ea typeface="Poppins SemiBold"/>
                <a:cs typeface="Poppins SemiBold"/>
                <a:sym typeface="Poppins SemiBold"/>
              </a:rPr>
              <a:t>eb</a:t>
            </a:r>
            <a:endParaRPr b="1" sz="4400">
              <a:latin typeface="Poppins SemiBold"/>
              <a:ea typeface="Poppins SemiBold"/>
              <a:cs typeface="Poppins SemiBold"/>
              <a:sym typeface="Poppins SemiBold"/>
            </a:endParaRPr>
          </a:p>
          <a:p>
            <a:pPr indent="0" lvl="0" marL="0" marR="0" rtl="0" algn="r">
              <a:lnSpc>
                <a:spcPct val="90000"/>
              </a:lnSpc>
              <a:spcBef>
                <a:spcPts val="0"/>
              </a:spcBef>
              <a:spcAft>
                <a:spcPts val="0"/>
              </a:spcAft>
              <a:buClr>
                <a:schemeClr val="dk1"/>
              </a:buClr>
              <a:buSzPts val="4000"/>
              <a:buFont typeface="Calibri"/>
              <a:buNone/>
            </a:pPr>
            <a:r>
              <a:t/>
            </a:r>
            <a:endParaRPr b="1" sz="4400">
              <a:latin typeface="Poppins SemiBold"/>
              <a:ea typeface="Poppins SemiBold"/>
              <a:cs typeface="Poppins SemiBold"/>
              <a:sym typeface="Poppins SemiBold"/>
            </a:endParaRPr>
          </a:p>
          <a:p>
            <a:pPr indent="0" lvl="0" marL="0" marR="0" rtl="0" algn="r">
              <a:lnSpc>
                <a:spcPct val="90000"/>
              </a:lnSpc>
              <a:spcBef>
                <a:spcPts val="0"/>
              </a:spcBef>
              <a:spcAft>
                <a:spcPts val="0"/>
              </a:spcAft>
              <a:buClr>
                <a:schemeClr val="dk1"/>
              </a:buClr>
              <a:buSzPts val="4000"/>
              <a:buFont typeface="Calibri"/>
              <a:buNone/>
            </a:pPr>
            <a:r>
              <a:rPr b="1" lang="en-US" sz="4400">
                <a:solidFill>
                  <a:srgbClr val="999999"/>
                </a:solidFill>
                <a:latin typeface="Poppins SemiBold"/>
                <a:ea typeface="Poppins SemiBold"/>
                <a:cs typeface="Poppins SemiBold"/>
                <a:sym typeface="Poppins SemiBold"/>
              </a:rPr>
              <a:t>Victor Philip</a:t>
            </a:r>
            <a:endParaRPr b="1" sz="4400">
              <a:solidFill>
                <a:srgbClr val="999999"/>
              </a:solidFill>
              <a:latin typeface="Poppins SemiBold"/>
              <a:ea typeface="Poppins SemiBold"/>
              <a:cs typeface="Poppins SemiBold"/>
              <a:sym typeface="Poppins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60"/>
          <p:cNvSpPr txBox="1"/>
          <p:nvPr/>
        </p:nvSpPr>
        <p:spPr>
          <a:xfrm>
            <a:off x="767525" y="3713350"/>
            <a:ext cx="2881200" cy="1353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Calibri"/>
              <a:buNone/>
            </a:pPr>
            <a:r>
              <a:rPr b="1" lang="en-US" sz="4400">
                <a:solidFill>
                  <a:srgbClr val="434343"/>
                </a:solidFill>
                <a:latin typeface="Poppins SemiBold"/>
                <a:ea typeface="Poppins SemiBold"/>
                <a:cs typeface="Poppins SemiBold"/>
                <a:sym typeface="Poppins SemiBold"/>
              </a:rPr>
              <a:t>Victor</a:t>
            </a:r>
            <a:endParaRPr b="1" sz="4400">
              <a:solidFill>
                <a:srgbClr val="434343"/>
              </a:solidFill>
              <a:latin typeface="Poppins SemiBold"/>
              <a:ea typeface="Poppins SemiBold"/>
              <a:cs typeface="Poppins SemiBold"/>
              <a:sym typeface="Poppins SemiBold"/>
            </a:endParaRPr>
          </a:p>
          <a:p>
            <a:pPr indent="0" lvl="0" marL="0" marR="0" rtl="0" algn="l">
              <a:lnSpc>
                <a:spcPct val="150000"/>
              </a:lnSpc>
              <a:spcBef>
                <a:spcPts val="0"/>
              </a:spcBef>
              <a:spcAft>
                <a:spcPts val="0"/>
              </a:spcAft>
              <a:buClr>
                <a:schemeClr val="dk1"/>
              </a:buClr>
              <a:buSzPts val="4000"/>
              <a:buFont typeface="Calibri"/>
              <a:buNone/>
            </a:pPr>
            <a:r>
              <a:rPr b="1" lang="en-US" sz="4400">
                <a:solidFill>
                  <a:srgbClr val="434343"/>
                </a:solidFill>
                <a:latin typeface="Poppins SemiBold"/>
                <a:ea typeface="Poppins SemiBold"/>
                <a:cs typeface="Poppins SemiBold"/>
                <a:sym typeface="Poppins SemiBold"/>
              </a:rPr>
              <a:t>Philip</a:t>
            </a:r>
            <a:endParaRPr b="1" sz="4400">
              <a:solidFill>
                <a:srgbClr val="434343"/>
              </a:solidFill>
              <a:latin typeface="Poppins SemiBold"/>
              <a:ea typeface="Poppins SemiBold"/>
              <a:cs typeface="Poppins SemiBold"/>
              <a:sym typeface="Poppins SemiBold"/>
            </a:endParaRPr>
          </a:p>
          <a:p>
            <a:pPr indent="0" lvl="0" marL="0" marR="0" rtl="0" algn="l">
              <a:lnSpc>
                <a:spcPct val="150000"/>
              </a:lnSpc>
              <a:spcBef>
                <a:spcPts val="0"/>
              </a:spcBef>
              <a:spcAft>
                <a:spcPts val="0"/>
              </a:spcAft>
              <a:buClr>
                <a:schemeClr val="dk1"/>
              </a:buClr>
              <a:buSzPts val="4000"/>
              <a:buFont typeface="Calibri"/>
              <a:buNone/>
            </a:pPr>
            <a:r>
              <a:rPr b="1" lang="en-US" sz="1800">
                <a:solidFill>
                  <a:srgbClr val="B7B7B7"/>
                </a:solidFill>
                <a:latin typeface="Poppins SemiBold"/>
                <a:ea typeface="Poppins SemiBold"/>
                <a:cs typeface="Poppins SemiBold"/>
                <a:sym typeface="Poppins SemiBold"/>
              </a:rPr>
              <a:t>@vphilipnyc</a:t>
            </a:r>
            <a:endParaRPr b="1" sz="1800">
              <a:solidFill>
                <a:srgbClr val="B7B7B7"/>
              </a:solidFill>
              <a:latin typeface="Poppins SemiBold"/>
              <a:ea typeface="Poppins SemiBold"/>
              <a:cs typeface="Poppins SemiBold"/>
              <a:sym typeface="Poppins SemiBold"/>
            </a:endParaRPr>
          </a:p>
        </p:txBody>
      </p:sp>
      <p:sp>
        <p:nvSpPr>
          <p:cNvPr id="324" name="Google Shape;324;p60"/>
          <p:cNvSpPr txBox="1"/>
          <p:nvPr/>
        </p:nvSpPr>
        <p:spPr>
          <a:xfrm>
            <a:off x="5214475" y="722375"/>
            <a:ext cx="5662500" cy="4812600"/>
          </a:xfrm>
          <a:prstGeom prst="rect">
            <a:avLst/>
          </a:prstGeom>
          <a:noFill/>
          <a:ln>
            <a:noFill/>
          </a:ln>
        </p:spPr>
        <p:txBody>
          <a:bodyPr anchorCtr="0" anchor="t" bIns="45700" lIns="91425" spcFirstLastPara="1" rIns="91425" wrap="square" tIns="45700">
            <a:noAutofit/>
          </a:bodyPr>
          <a:lstStyle/>
          <a:p>
            <a:pPr indent="0" lvl="0" marL="0" marR="0" rtl="0" algn="l">
              <a:lnSpc>
                <a:spcPct val="163636"/>
              </a:lnSpc>
              <a:spcBef>
                <a:spcPts val="0"/>
              </a:spcBef>
              <a:spcAft>
                <a:spcPts val="0"/>
              </a:spcAft>
              <a:buClr>
                <a:srgbClr val="3A3838"/>
              </a:buClr>
              <a:buSzPts val="1100"/>
              <a:buFont typeface="Arial"/>
              <a:buNone/>
            </a:pPr>
            <a:r>
              <a:rPr b="1" lang="en-US" sz="2400">
                <a:solidFill>
                  <a:schemeClr val="lt1"/>
                </a:solidFill>
                <a:latin typeface="Poppins SemiBold"/>
                <a:ea typeface="Poppins SemiBold"/>
                <a:cs typeface="Poppins SemiBold"/>
                <a:sym typeface="Poppins SemiBold"/>
              </a:rPr>
              <a:t>ABOUT</a:t>
            </a:r>
            <a:r>
              <a:rPr b="1" lang="en-US" sz="2400">
                <a:solidFill>
                  <a:schemeClr val="lt1"/>
                </a:solidFill>
                <a:latin typeface="Poppins SemiBold"/>
                <a:ea typeface="Poppins SemiBold"/>
                <a:cs typeface="Poppins SemiBold"/>
                <a:sym typeface="Poppins SemiBold"/>
              </a:rPr>
              <a:t> ME</a:t>
            </a:r>
            <a:endParaRPr sz="2400">
              <a:solidFill>
                <a:schemeClr val="lt1"/>
              </a:solidFill>
            </a:endParaRPr>
          </a:p>
          <a:p>
            <a:pPr indent="0" lvl="0" marL="0" marR="0" rtl="0" algn="l">
              <a:lnSpc>
                <a:spcPct val="163636"/>
              </a:lnSpc>
              <a:spcBef>
                <a:spcPts val="1200"/>
              </a:spcBef>
              <a:spcAft>
                <a:spcPts val="0"/>
              </a:spcAft>
              <a:buClr>
                <a:schemeClr val="dk1"/>
              </a:buClr>
              <a:buSzPts val="1100"/>
              <a:buFont typeface="Arial"/>
              <a:buNone/>
            </a:pPr>
            <a:r>
              <a:rPr lang="en-US" sz="1500">
                <a:solidFill>
                  <a:schemeClr val="lt1"/>
                </a:solidFill>
                <a:latin typeface="Poppins"/>
                <a:ea typeface="Poppins"/>
                <a:cs typeface="Poppins"/>
                <a:sym typeface="Poppins"/>
              </a:rPr>
              <a:t>Investor/trader, software developer (Java/OO), MBA Finance, startups, banking.  From NYC.</a:t>
            </a:r>
            <a:endParaRPr sz="1500">
              <a:solidFill>
                <a:schemeClr val="lt1"/>
              </a:solidFill>
              <a:latin typeface="Poppins"/>
              <a:ea typeface="Poppins"/>
              <a:cs typeface="Poppins"/>
              <a:sym typeface="Poppins"/>
            </a:endParaRPr>
          </a:p>
          <a:p>
            <a:pPr indent="0" lvl="0" marL="0" marR="0" rtl="0" algn="l">
              <a:lnSpc>
                <a:spcPct val="163636"/>
              </a:lnSpc>
              <a:spcBef>
                <a:spcPts val="1200"/>
              </a:spcBef>
              <a:spcAft>
                <a:spcPts val="0"/>
              </a:spcAft>
              <a:buClr>
                <a:schemeClr val="dk1"/>
              </a:buClr>
              <a:buSzPts val="1100"/>
              <a:buFont typeface="Arial"/>
              <a:buNone/>
            </a:pPr>
            <a:r>
              <a:rPr lang="en-US" sz="1500">
                <a:solidFill>
                  <a:schemeClr val="lt1"/>
                </a:solidFill>
                <a:latin typeface="Poppins"/>
                <a:ea typeface="Poppins"/>
                <a:cs typeface="Poppins"/>
                <a:sym typeface="Poppins"/>
              </a:rPr>
              <a:t>Aside: trading stocks and options, traveling, learning conversational French and German, fly fishing.</a:t>
            </a:r>
            <a:endParaRPr sz="1500">
              <a:solidFill>
                <a:schemeClr val="lt1"/>
              </a:solidFill>
              <a:latin typeface="Poppins"/>
              <a:ea typeface="Poppins"/>
              <a:cs typeface="Poppins"/>
              <a:sym typeface="Poppins"/>
            </a:endParaRPr>
          </a:p>
          <a:p>
            <a:pPr indent="0" lvl="0" marL="0" rtl="0" algn="l">
              <a:lnSpc>
                <a:spcPct val="163636"/>
              </a:lnSpc>
              <a:spcBef>
                <a:spcPts val="1200"/>
              </a:spcBef>
              <a:spcAft>
                <a:spcPts val="0"/>
              </a:spcAft>
              <a:buClr>
                <a:schemeClr val="dk1"/>
              </a:buClr>
              <a:buSzPts val="1100"/>
              <a:buFont typeface="Arial"/>
              <a:buNone/>
            </a:pPr>
            <a:r>
              <a:rPr lang="en-US" sz="1500">
                <a:solidFill>
                  <a:schemeClr val="lt1"/>
                </a:solidFill>
                <a:latin typeface="Poppins"/>
                <a:ea typeface="Poppins"/>
                <a:cs typeface="Poppins"/>
                <a:sym typeface="Poppins"/>
              </a:rPr>
              <a:t>Want to learn more: front-end skills,</a:t>
            </a:r>
            <a:endParaRPr b="1" sz="1800">
              <a:solidFill>
                <a:schemeClr val="lt1"/>
              </a:solidFill>
              <a:latin typeface="Poppins"/>
              <a:ea typeface="Poppins"/>
              <a:cs typeface="Poppins"/>
              <a:sym typeface="Poppins"/>
            </a:endParaRPr>
          </a:p>
          <a:p>
            <a:pPr indent="0" lvl="0" marL="0" marR="0" rtl="0" algn="l">
              <a:lnSpc>
                <a:spcPct val="163636"/>
              </a:lnSpc>
              <a:spcBef>
                <a:spcPts val="1200"/>
              </a:spcBef>
              <a:spcAft>
                <a:spcPts val="0"/>
              </a:spcAft>
              <a:buClr>
                <a:schemeClr val="dk1"/>
              </a:buClr>
              <a:buSzPts val="1100"/>
              <a:buFont typeface="Arial"/>
              <a:buNone/>
            </a:pPr>
            <a:r>
              <a:rPr b="1" lang="en-US" sz="1800">
                <a:solidFill>
                  <a:schemeClr val="lt1"/>
                </a:solidFill>
                <a:latin typeface="Poppins"/>
                <a:ea typeface="Poppins"/>
                <a:cs typeface="Poppins"/>
                <a:sym typeface="Poppins"/>
              </a:rPr>
              <a:t>NOT AN INTERNATIONALIZATION EXPERT</a:t>
            </a:r>
            <a:endParaRPr b="1" sz="1800">
              <a:solidFill>
                <a:schemeClr val="lt1"/>
              </a:solidFill>
              <a:latin typeface="Poppins"/>
              <a:ea typeface="Poppins"/>
              <a:cs typeface="Poppins"/>
              <a:sym typeface="Poppins"/>
            </a:endParaRPr>
          </a:p>
          <a:p>
            <a:pPr indent="0" lvl="0" marL="0" marR="0" rtl="0" algn="l">
              <a:lnSpc>
                <a:spcPct val="163636"/>
              </a:lnSpc>
              <a:spcBef>
                <a:spcPts val="1200"/>
              </a:spcBef>
              <a:spcAft>
                <a:spcPts val="0"/>
              </a:spcAft>
              <a:buClr>
                <a:schemeClr val="dk1"/>
              </a:buClr>
              <a:buSzPts val="1100"/>
              <a:buFont typeface="Arial"/>
              <a:buNone/>
            </a:pPr>
            <a:r>
              <a:rPr b="1" lang="en-US" sz="1800">
                <a:solidFill>
                  <a:schemeClr val="lt1"/>
                </a:solidFill>
                <a:latin typeface="Poppins"/>
                <a:ea typeface="Poppins"/>
                <a:cs typeface="Poppins"/>
                <a:sym typeface="Poppins"/>
              </a:rPr>
              <a:t>(but did some stuff)</a:t>
            </a:r>
            <a:endParaRPr b="1" sz="1800">
              <a:solidFill>
                <a:schemeClr val="lt1"/>
              </a:solidFill>
              <a:latin typeface="Poppins"/>
              <a:ea typeface="Poppins"/>
              <a:cs typeface="Poppins"/>
              <a:sym typeface="Poppins"/>
            </a:endParaRPr>
          </a:p>
        </p:txBody>
      </p:sp>
      <p:grpSp>
        <p:nvGrpSpPr>
          <p:cNvPr id="325" name="Google Shape;325;p60"/>
          <p:cNvGrpSpPr/>
          <p:nvPr/>
        </p:nvGrpSpPr>
        <p:grpSpPr>
          <a:xfrm>
            <a:off x="-28353" y="1620512"/>
            <a:ext cx="3156914" cy="741600"/>
            <a:chOff x="-333153" y="1620512"/>
            <a:chExt cx="3156914" cy="741600"/>
          </a:xfrm>
        </p:grpSpPr>
        <p:sp>
          <p:nvSpPr>
            <p:cNvPr id="326" name="Google Shape;326;p60"/>
            <p:cNvSpPr/>
            <p:nvPr/>
          </p:nvSpPr>
          <p:spPr>
            <a:xfrm>
              <a:off x="450761" y="1620512"/>
              <a:ext cx="2373000" cy="7416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A5A5A5"/>
                </a:solidFill>
                <a:latin typeface="Calibri"/>
                <a:ea typeface="Calibri"/>
                <a:cs typeface="Calibri"/>
                <a:sym typeface="Calibri"/>
              </a:endParaRPr>
            </a:p>
          </p:txBody>
        </p:sp>
        <p:sp>
          <p:nvSpPr>
            <p:cNvPr id="327" name="Google Shape;327;p60"/>
            <p:cNvSpPr txBox="1"/>
            <p:nvPr/>
          </p:nvSpPr>
          <p:spPr>
            <a:xfrm>
              <a:off x="-333153" y="1831700"/>
              <a:ext cx="2980500" cy="4716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4000"/>
                <a:buFont typeface="Calibri"/>
                <a:buNone/>
              </a:pPr>
              <a:r>
                <a:rPr b="1" lang="en-US" sz="1800">
                  <a:solidFill>
                    <a:schemeClr val="lt1"/>
                  </a:solidFill>
                  <a:latin typeface="Poppins SemiBold"/>
                  <a:ea typeface="Poppins SemiBold"/>
                  <a:cs typeface="Poppins SemiBold"/>
                  <a:sym typeface="Poppins SemiBold"/>
                </a:rPr>
                <a:t>i18n for the Web</a:t>
              </a:r>
              <a:endParaRPr b="1" sz="1800">
                <a:solidFill>
                  <a:srgbClr val="3A3838"/>
                </a:solidFill>
                <a:latin typeface="Arial"/>
                <a:ea typeface="Arial"/>
                <a:cs typeface="Arial"/>
                <a:sym typeface="Arial"/>
              </a:endParaRPr>
            </a:p>
          </p:txBody>
        </p:sp>
      </p:grpSp>
      <p:pic>
        <p:nvPicPr>
          <p:cNvPr id="328" name="Google Shape;328;p60"/>
          <p:cNvPicPr preferRelativeResize="0"/>
          <p:nvPr/>
        </p:nvPicPr>
        <p:blipFill>
          <a:blip r:embed="rId3">
            <a:alphaModFix/>
          </a:blip>
          <a:stretch>
            <a:fillRect/>
          </a:stretch>
        </p:blipFill>
        <p:spPr>
          <a:xfrm>
            <a:off x="2768638" y="5611175"/>
            <a:ext cx="304800" cy="304800"/>
          </a:xfrm>
          <a:prstGeom prst="rect">
            <a:avLst/>
          </a:prstGeom>
          <a:noFill/>
          <a:ln>
            <a:noFill/>
          </a:ln>
        </p:spPr>
      </p:pic>
      <p:pic>
        <p:nvPicPr>
          <p:cNvPr id="329" name="Google Shape;329;p60"/>
          <p:cNvPicPr preferRelativeResize="0"/>
          <p:nvPr/>
        </p:nvPicPr>
        <p:blipFill>
          <a:blip r:embed="rId4">
            <a:alphaModFix/>
          </a:blip>
          <a:stretch>
            <a:fillRect/>
          </a:stretch>
        </p:blipFill>
        <p:spPr>
          <a:xfrm>
            <a:off x="2811488" y="5263775"/>
            <a:ext cx="219075" cy="219075"/>
          </a:xfrm>
          <a:prstGeom prst="rect">
            <a:avLst/>
          </a:prstGeom>
          <a:noFill/>
          <a:ln>
            <a:noFill/>
          </a:ln>
        </p:spPr>
      </p:pic>
      <p:cxnSp>
        <p:nvCxnSpPr>
          <p:cNvPr id="330" name="Google Shape;330;p60"/>
          <p:cNvCxnSpPr/>
          <p:nvPr/>
        </p:nvCxnSpPr>
        <p:spPr>
          <a:xfrm flipH="1">
            <a:off x="2628150" y="5187575"/>
            <a:ext cx="19200" cy="752700"/>
          </a:xfrm>
          <a:prstGeom prst="straightConnector1">
            <a:avLst/>
          </a:prstGeom>
          <a:noFill/>
          <a:ln cap="flat" cmpd="sng" w="9525">
            <a:solidFill>
              <a:schemeClr val="lt2"/>
            </a:solidFill>
            <a:prstDash val="solid"/>
            <a:round/>
            <a:headEnd len="med" w="med" type="none"/>
            <a:tailEnd len="med" w="med" type="none"/>
          </a:ln>
        </p:spPr>
      </p:cxnSp>
      <p:pic>
        <p:nvPicPr>
          <p:cNvPr id="331" name="Google Shape;331;p60"/>
          <p:cNvPicPr preferRelativeResize="0"/>
          <p:nvPr/>
        </p:nvPicPr>
        <p:blipFill>
          <a:blip r:embed="rId5">
            <a:alphaModFix/>
          </a:blip>
          <a:stretch>
            <a:fillRect/>
          </a:stretch>
        </p:blipFill>
        <p:spPr>
          <a:xfrm>
            <a:off x="3118547" y="5303000"/>
            <a:ext cx="550050" cy="521850"/>
          </a:xfrm>
          <a:prstGeom prst="rect">
            <a:avLst/>
          </a:prstGeom>
          <a:noFill/>
          <a:ln>
            <a:noFill/>
          </a:ln>
        </p:spPr>
      </p:pic>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61"/>
          <p:cNvSpPr txBox="1"/>
          <p:nvPr/>
        </p:nvSpPr>
        <p:spPr>
          <a:xfrm>
            <a:off x="675374" y="3293250"/>
            <a:ext cx="10671600" cy="607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D8D8D8"/>
              </a:buClr>
              <a:buSzPts val="4400"/>
              <a:buFont typeface="Arial"/>
              <a:buNone/>
            </a:pPr>
            <a:r>
              <a:rPr b="1" lang="en-US" sz="4400">
                <a:solidFill>
                  <a:schemeClr val="accent3"/>
                </a:solidFill>
                <a:latin typeface="Poppins SemiBold"/>
                <a:ea typeface="Poppins SemiBold"/>
                <a:cs typeface="Poppins SemiBold"/>
                <a:sym typeface="Poppins SemiBold"/>
              </a:rPr>
              <a:t>Best practices on </a:t>
            </a:r>
            <a:r>
              <a:rPr b="1" lang="en-US" sz="4400">
                <a:solidFill>
                  <a:schemeClr val="accent5"/>
                </a:solidFill>
                <a:latin typeface="Poppins SemiBold"/>
                <a:ea typeface="Poppins SemiBold"/>
                <a:cs typeface="Poppins SemiBold"/>
                <a:sym typeface="Poppins SemiBold"/>
              </a:rPr>
              <a:t>implementation</a:t>
            </a:r>
            <a:endParaRPr>
              <a:solidFill>
                <a:schemeClr val="accent5"/>
              </a:solidFill>
            </a:endParaRPr>
          </a:p>
        </p:txBody>
      </p:sp>
      <p:sp>
        <p:nvSpPr>
          <p:cNvPr id="338" name="Google Shape;338;p61"/>
          <p:cNvSpPr txBox="1"/>
          <p:nvPr/>
        </p:nvSpPr>
        <p:spPr>
          <a:xfrm>
            <a:off x="1625853" y="4908700"/>
            <a:ext cx="9657000" cy="6072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rgbClr val="D8D8D8"/>
              </a:buClr>
              <a:buSzPts val="4400"/>
              <a:buFont typeface="Arial"/>
              <a:buNone/>
            </a:pPr>
            <a:r>
              <a:t/>
            </a:r>
            <a:endParaRPr>
              <a:solidFill>
                <a:schemeClr val="accent1"/>
              </a:solidFill>
            </a:endParaRPr>
          </a:p>
        </p:txBody>
      </p:sp>
      <p:sp>
        <p:nvSpPr>
          <p:cNvPr id="339" name="Google Shape;339;p61"/>
          <p:cNvSpPr txBox="1"/>
          <p:nvPr/>
        </p:nvSpPr>
        <p:spPr>
          <a:xfrm>
            <a:off x="909150" y="1198550"/>
            <a:ext cx="10373700" cy="1488000"/>
          </a:xfrm>
          <a:prstGeom prst="rect">
            <a:avLst/>
          </a:prstGeom>
          <a:noFill/>
          <a:ln>
            <a:noFill/>
          </a:ln>
        </p:spPr>
        <p:txBody>
          <a:bodyPr anchorCtr="0" anchor="t" bIns="45700" lIns="91425" spcFirstLastPara="1" rIns="91425" wrap="square" tIns="45700">
            <a:noAutofit/>
          </a:bodyPr>
          <a:lstStyle/>
          <a:p>
            <a:pPr indent="0" lvl="0" marL="457200" marR="0" rtl="0" algn="r">
              <a:lnSpc>
                <a:spcPct val="90000"/>
              </a:lnSpc>
              <a:spcBef>
                <a:spcPts val="0"/>
              </a:spcBef>
              <a:spcAft>
                <a:spcPts val="0"/>
              </a:spcAft>
              <a:buNone/>
            </a:pPr>
            <a:r>
              <a:rPr b="1" lang="en-US" sz="4400">
                <a:solidFill>
                  <a:schemeClr val="accent3"/>
                </a:solidFill>
                <a:latin typeface="Poppins SemiBold"/>
                <a:ea typeface="Poppins SemiBold"/>
                <a:cs typeface="Poppins SemiBold"/>
                <a:sym typeface="Poppins SemiBold"/>
              </a:rPr>
              <a:t>Understand</a:t>
            </a:r>
            <a:r>
              <a:rPr b="1" lang="en-US" sz="4400">
                <a:solidFill>
                  <a:schemeClr val="accent5"/>
                </a:solidFill>
                <a:latin typeface="Poppins SemiBold"/>
                <a:ea typeface="Poppins SemiBold"/>
                <a:cs typeface="Poppins SemiBold"/>
                <a:sym typeface="Poppins SemiBold"/>
              </a:rPr>
              <a:t> scope </a:t>
            </a:r>
            <a:r>
              <a:rPr b="1" lang="en-US" sz="4400">
                <a:solidFill>
                  <a:schemeClr val="accent3"/>
                </a:solidFill>
                <a:latin typeface="Poppins SemiBold"/>
                <a:ea typeface="Poppins SemiBold"/>
                <a:cs typeface="Poppins SemiBold"/>
                <a:sym typeface="Poppins SemiBold"/>
              </a:rPr>
              <a:t>and</a:t>
            </a:r>
            <a:r>
              <a:rPr b="1" lang="en-US" sz="4400">
                <a:solidFill>
                  <a:schemeClr val="accent5"/>
                </a:solidFill>
                <a:latin typeface="Poppins SemiBold"/>
                <a:ea typeface="Poppins SemiBold"/>
                <a:cs typeface="Poppins SemiBold"/>
                <a:sym typeface="Poppins SemiBold"/>
              </a:rPr>
              <a:t> requirements</a:t>
            </a:r>
            <a:endParaRPr>
              <a:solidFill>
                <a:schemeClr val="accent5"/>
              </a:solidFill>
            </a:endParaRPr>
          </a:p>
        </p:txBody>
      </p:sp>
      <p:sp>
        <p:nvSpPr>
          <p:cNvPr id="340" name="Google Shape;340;p61"/>
          <p:cNvSpPr txBox="1"/>
          <p:nvPr/>
        </p:nvSpPr>
        <p:spPr>
          <a:xfrm>
            <a:off x="3045150" y="4908700"/>
            <a:ext cx="8237700" cy="11802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rgbClr val="D8D8D8"/>
              </a:buClr>
              <a:buSzPts val="4400"/>
              <a:buFont typeface="Arial"/>
              <a:buNone/>
            </a:pPr>
            <a:r>
              <a:rPr b="1" lang="en-US" sz="4400">
                <a:solidFill>
                  <a:schemeClr val="accent5"/>
                </a:solidFill>
                <a:latin typeface="Poppins SemiBold"/>
                <a:ea typeface="Poppins SemiBold"/>
                <a:cs typeface="Poppins SemiBold"/>
                <a:sym typeface="Poppins SemiBold"/>
              </a:rPr>
              <a:t>Manage </a:t>
            </a:r>
            <a:r>
              <a:rPr b="1" lang="en-US" sz="4400">
                <a:solidFill>
                  <a:schemeClr val="accent3"/>
                </a:solidFill>
                <a:latin typeface="Poppins SemiBold"/>
                <a:ea typeface="Poppins SemiBold"/>
                <a:cs typeface="Poppins SemiBold"/>
                <a:sym typeface="Poppins SemiBold"/>
              </a:rPr>
              <a:t>and</a:t>
            </a:r>
            <a:r>
              <a:rPr b="1" lang="en-US" sz="4400">
                <a:solidFill>
                  <a:schemeClr val="accent5"/>
                </a:solidFill>
                <a:latin typeface="Poppins SemiBold"/>
                <a:ea typeface="Poppins SemiBold"/>
                <a:cs typeface="Poppins SemiBold"/>
                <a:sym typeface="Poppins SemiBold"/>
              </a:rPr>
              <a:t> scale</a:t>
            </a:r>
            <a:endParaRPr>
              <a:solidFill>
                <a:schemeClr val="accent5"/>
              </a:solidFill>
            </a:endParaRPr>
          </a:p>
        </p:txBody>
      </p:sp>
    </p:spTree>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62"/>
          <p:cNvSpPr/>
          <p:nvPr/>
        </p:nvSpPr>
        <p:spPr>
          <a:xfrm>
            <a:off x="0" y="0"/>
            <a:ext cx="12192000" cy="6858000"/>
          </a:xfrm>
          <a:prstGeom prst="rect">
            <a:avLst/>
          </a:prstGeom>
          <a:solidFill>
            <a:srgbClr val="171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p62"/>
          <p:cNvSpPr txBox="1"/>
          <p:nvPr/>
        </p:nvSpPr>
        <p:spPr>
          <a:xfrm>
            <a:off x="2228243" y="1119725"/>
            <a:ext cx="7735500" cy="47424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4400"/>
              <a:buFont typeface="Poppins SemiBold"/>
              <a:buNone/>
            </a:pPr>
            <a:r>
              <a:rPr b="1" lang="en-US" sz="4400">
                <a:solidFill>
                  <a:schemeClr val="accent5"/>
                </a:solidFill>
                <a:latin typeface="Poppins SemiBold"/>
                <a:ea typeface="Poppins SemiBold"/>
                <a:cs typeface="Poppins SemiBold"/>
                <a:sym typeface="Poppins SemiBold"/>
              </a:rPr>
              <a:t>POLL</a:t>
            </a:r>
            <a:endParaRPr b="1" sz="4400">
              <a:solidFill>
                <a:schemeClr val="accent5"/>
              </a:solidFill>
              <a:latin typeface="Poppins SemiBold"/>
              <a:ea typeface="Poppins SemiBold"/>
              <a:cs typeface="Poppins SemiBold"/>
              <a:sym typeface="Poppins SemiBold"/>
            </a:endParaRPr>
          </a:p>
          <a:p>
            <a:pPr indent="0" lvl="0" marL="0" marR="0" rtl="0" algn="ctr">
              <a:lnSpc>
                <a:spcPct val="90000"/>
              </a:lnSpc>
              <a:spcBef>
                <a:spcPts val="0"/>
              </a:spcBef>
              <a:spcAft>
                <a:spcPts val="0"/>
              </a:spcAft>
              <a:buClr>
                <a:schemeClr val="lt1"/>
              </a:buClr>
              <a:buSzPts val="4400"/>
              <a:buFont typeface="Poppins SemiBold"/>
              <a:buNone/>
            </a:pPr>
            <a:r>
              <a:t/>
            </a:r>
            <a:endParaRPr b="1" sz="4400">
              <a:solidFill>
                <a:schemeClr val="accent5"/>
              </a:solidFill>
              <a:latin typeface="Poppins SemiBold"/>
              <a:ea typeface="Poppins SemiBold"/>
              <a:cs typeface="Poppins SemiBold"/>
              <a:sym typeface="Poppins SemiBold"/>
            </a:endParaRPr>
          </a:p>
          <a:p>
            <a:pPr indent="0" lvl="0" marL="0" marR="0" rtl="0" algn="ctr">
              <a:lnSpc>
                <a:spcPct val="90000"/>
              </a:lnSpc>
              <a:spcBef>
                <a:spcPts val="0"/>
              </a:spcBef>
              <a:spcAft>
                <a:spcPts val="0"/>
              </a:spcAft>
              <a:buClr>
                <a:schemeClr val="lt1"/>
              </a:buClr>
              <a:buSzPts val="4400"/>
              <a:buFont typeface="Poppins SemiBold"/>
              <a:buNone/>
            </a:pPr>
            <a:r>
              <a:rPr b="1" lang="en-US" sz="4400">
                <a:solidFill>
                  <a:schemeClr val="lt1"/>
                </a:solidFill>
                <a:latin typeface="Poppins SemiBold"/>
                <a:ea typeface="Poppins SemiBold"/>
                <a:cs typeface="Poppins SemiBold"/>
                <a:sym typeface="Poppins SemiBold"/>
              </a:rPr>
              <a:t>What percent of the internet is in English?</a:t>
            </a:r>
            <a:endParaRPr b="1" sz="4400">
              <a:solidFill>
                <a:schemeClr val="lt1"/>
              </a:solidFill>
              <a:latin typeface="Poppins SemiBold"/>
              <a:ea typeface="Poppins SemiBold"/>
              <a:cs typeface="Poppins SemiBold"/>
              <a:sym typeface="Poppins SemiBold"/>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3"/>
          <p:cNvSpPr/>
          <p:nvPr/>
        </p:nvSpPr>
        <p:spPr>
          <a:xfrm>
            <a:off x="7784432" y="0"/>
            <a:ext cx="4407600" cy="6858000"/>
          </a:xfrm>
          <a:prstGeom prst="rect">
            <a:avLst/>
          </a:prstGeom>
          <a:solidFill>
            <a:schemeClr val="dk1">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2" name="Google Shape;352;p63"/>
          <p:cNvSpPr txBox="1"/>
          <p:nvPr/>
        </p:nvSpPr>
        <p:spPr>
          <a:xfrm>
            <a:off x="8559485" y="2006026"/>
            <a:ext cx="2857500" cy="2717400"/>
          </a:xfrm>
          <a:prstGeom prst="rect">
            <a:avLst/>
          </a:prstGeom>
          <a:noFill/>
          <a:ln>
            <a:noFill/>
          </a:ln>
        </p:spPr>
        <p:txBody>
          <a:bodyPr anchorCtr="0" anchor="t" bIns="45700" lIns="91425" spcFirstLastPara="1" rIns="91425" wrap="square" tIns="45700">
            <a:noAutofit/>
          </a:bodyPr>
          <a:lstStyle/>
          <a:p>
            <a:pPr indent="0" lvl="0" marL="0" marR="0" rtl="0" algn="l">
              <a:lnSpc>
                <a:spcPct val="163636"/>
              </a:lnSpc>
              <a:spcBef>
                <a:spcPts val="0"/>
              </a:spcBef>
              <a:spcAft>
                <a:spcPts val="0"/>
              </a:spcAft>
              <a:buClr>
                <a:schemeClr val="lt1"/>
              </a:buClr>
              <a:buSzPts val="1100"/>
              <a:buFont typeface="Arial"/>
              <a:buNone/>
            </a:pPr>
            <a:r>
              <a:rPr lang="en-US" sz="1800">
                <a:solidFill>
                  <a:schemeClr val="lt1"/>
                </a:solidFill>
                <a:latin typeface="Poppins SemiBold"/>
                <a:ea typeface="Poppins SemiBold"/>
                <a:cs typeface="Poppins SemiBold"/>
                <a:sym typeface="Poppins SemiBold"/>
              </a:rPr>
              <a:t>EXAMINE THE TREND</a:t>
            </a:r>
            <a:endParaRPr sz="1800"/>
          </a:p>
          <a:p>
            <a:pPr indent="0" lvl="0" marL="0" marR="0" rtl="0" algn="l">
              <a:lnSpc>
                <a:spcPct val="163636"/>
              </a:lnSpc>
              <a:spcBef>
                <a:spcPts val="1200"/>
              </a:spcBef>
              <a:spcAft>
                <a:spcPts val="0"/>
              </a:spcAft>
              <a:buClr>
                <a:schemeClr val="lt1"/>
              </a:buClr>
              <a:buSzPts val="1100"/>
              <a:buFont typeface="Arial"/>
              <a:buNone/>
            </a:pPr>
            <a:r>
              <a:rPr lang="en-US" sz="1800">
                <a:solidFill>
                  <a:schemeClr val="lt1"/>
                </a:solidFill>
                <a:latin typeface="Poppins"/>
                <a:ea typeface="Poppins"/>
                <a:cs typeface="Poppins"/>
                <a:sym typeface="Poppins"/>
              </a:rPr>
              <a:t>While the English language still dominates the web, increased internet penetration is growing the sheer volume of data in other languages.</a:t>
            </a:r>
            <a:endParaRPr sz="1800">
              <a:solidFill>
                <a:schemeClr val="lt1"/>
              </a:solidFill>
              <a:latin typeface="Poppins"/>
              <a:ea typeface="Poppins"/>
              <a:cs typeface="Poppins"/>
              <a:sym typeface="Poppins"/>
            </a:endParaRPr>
          </a:p>
        </p:txBody>
      </p:sp>
      <p:sp>
        <p:nvSpPr>
          <p:cNvPr id="353" name="Google Shape;353;p63"/>
          <p:cNvSpPr txBox="1"/>
          <p:nvPr/>
        </p:nvSpPr>
        <p:spPr>
          <a:xfrm>
            <a:off x="8554353" y="322750"/>
            <a:ext cx="3249300" cy="2847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Poppins"/>
              <a:buNone/>
            </a:pPr>
            <a:r>
              <a:rPr lang="en-US" sz="4400">
                <a:solidFill>
                  <a:schemeClr val="lt1"/>
                </a:solidFill>
                <a:latin typeface="Poppins"/>
                <a:ea typeface="Poppins"/>
                <a:cs typeface="Poppins"/>
                <a:sym typeface="Poppins"/>
              </a:rPr>
              <a:t>WHY GO</a:t>
            </a:r>
            <a:r>
              <a:rPr b="1" lang="en-US" sz="4400">
                <a:solidFill>
                  <a:schemeClr val="lt1"/>
                </a:solidFill>
                <a:latin typeface="Poppins SemiBold"/>
                <a:ea typeface="Poppins SemiBold"/>
                <a:cs typeface="Poppins SemiBold"/>
                <a:sym typeface="Poppins SemiBold"/>
              </a:rPr>
              <a:t>  </a:t>
            </a:r>
            <a:br>
              <a:rPr b="1" lang="en-US" sz="4400">
                <a:solidFill>
                  <a:schemeClr val="lt1"/>
                </a:solidFill>
                <a:latin typeface="Poppins SemiBold"/>
                <a:ea typeface="Poppins SemiBold"/>
                <a:cs typeface="Poppins SemiBold"/>
                <a:sym typeface="Poppins SemiBold"/>
              </a:rPr>
            </a:br>
            <a:r>
              <a:rPr b="1" lang="en-US" sz="4400">
                <a:solidFill>
                  <a:schemeClr val="lt1"/>
                </a:solidFill>
                <a:latin typeface="Poppins SemiBold"/>
                <a:ea typeface="Poppins SemiBold"/>
                <a:cs typeface="Poppins SemiBold"/>
                <a:sym typeface="Poppins SemiBold"/>
              </a:rPr>
              <a:t>I18n?</a:t>
            </a:r>
            <a:endParaRPr sz="4400">
              <a:solidFill>
                <a:schemeClr val="lt1"/>
              </a:solidFill>
              <a:latin typeface="Poppins SemiBold"/>
              <a:ea typeface="Poppins SemiBold"/>
              <a:cs typeface="Poppins SemiBold"/>
              <a:sym typeface="Poppins SemiBold"/>
            </a:endParaRPr>
          </a:p>
        </p:txBody>
      </p:sp>
      <p:pic>
        <p:nvPicPr>
          <p:cNvPr id="354" name="Google Shape;354;p63"/>
          <p:cNvPicPr preferRelativeResize="0"/>
          <p:nvPr/>
        </p:nvPicPr>
        <p:blipFill>
          <a:blip r:embed="rId3">
            <a:alphaModFix/>
          </a:blip>
          <a:stretch>
            <a:fillRect/>
          </a:stretch>
        </p:blipFill>
        <p:spPr>
          <a:xfrm>
            <a:off x="448225" y="403425"/>
            <a:ext cx="6272300" cy="4886400"/>
          </a:xfrm>
          <a:prstGeom prst="rect">
            <a:avLst/>
          </a:prstGeom>
          <a:noFill/>
          <a:ln>
            <a:noFill/>
          </a:ln>
        </p:spPr>
      </p:pic>
      <p:sp>
        <p:nvSpPr>
          <p:cNvPr id="355" name="Google Shape;355;p63"/>
          <p:cNvSpPr txBox="1"/>
          <p:nvPr/>
        </p:nvSpPr>
        <p:spPr>
          <a:xfrm>
            <a:off x="372025" y="5311250"/>
            <a:ext cx="6702600" cy="1318200"/>
          </a:xfrm>
          <a:prstGeom prst="rect">
            <a:avLst/>
          </a:prstGeom>
          <a:noFill/>
          <a:ln>
            <a:noFill/>
          </a:ln>
        </p:spPr>
        <p:txBody>
          <a:bodyPr anchorCtr="0" anchor="t" bIns="45700" lIns="91425" spcFirstLastPara="1" rIns="91425" wrap="square" tIns="45700">
            <a:noAutofit/>
          </a:bodyPr>
          <a:lstStyle/>
          <a:p>
            <a:pPr indent="0" lvl="0" marL="0" marR="0" rtl="0" algn="l">
              <a:lnSpc>
                <a:spcPct val="163636"/>
              </a:lnSpc>
              <a:spcBef>
                <a:spcPts val="0"/>
              </a:spcBef>
              <a:spcAft>
                <a:spcPts val="0"/>
              </a:spcAft>
              <a:buClr>
                <a:srgbClr val="3A3838"/>
              </a:buClr>
              <a:buSzPts val="1100"/>
              <a:buFont typeface="Arial"/>
              <a:buNone/>
            </a:pPr>
            <a:r>
              <a:rPr lang="en-US" sz="1100">
                <a:solidFill>
                  <a:srgbClr val="3A3838"/>
                </a:solidFill>
                <a:latin typeface="Poppins SemiBold"/>
                <a:ea typeface="Poppins SemiBold"/>
                <a:cs typeface="Poppins SemiBold"/>
                <a:sym typeface="Poppins SemiBold"/>
              </a:rPr>
              <a:t>CHINA AND INDIA UNDERREPRESENTED</a:t>
            </a:r>
            <a:endParaRPr sz="1100">
              <a:solidFill>
                <a:srgbClr val="3A3838"/>
              </a:solidFill>
              <a:latin typeface="Poppins SemiBold"/>
              <a:ea typeface="Poppins SemiBold"/>
              <a:cs typeface="Poppins SemiBold"/>
              <a:sym typeface="Poppins SemiBold"/>
            </a:endParaRPr>
          </a:p>
          <a:p>
            <a:pPr indent="0" lvl="0" marL="0" marR="0" rtl="0" algn="l">
              <a:lnSpc>
                <a:spcPct val="163636"/>
              </a:lnSpc>
              <a:spcBef>
                <a:spcPts val="1200"/>
              </a:spcBef>
              <a:spcAft>
                <a:spcPts val="0"/>
              </a:spcAft>
              <a:buClr>
                <a:srgbClr val="A5A5A5"/>
              </a:buClr>
              <a:buSzPts val="1100"/>
              <a:buFont typeface="Arial"/>
              <a:buNone/>
            </a:pPr>
            <a:r>
              <a:rPr lang="en-US" sz="1100">
                <a:solidFill>
                  <a:srgbClr val="A5A5A5"/>
                </a:solidFill>
                <a:latin typeface="Poppins"/>
                <a:ea typeface="Poppins"/>
                <a:cs typeface="Poppins"/>
                <a:sym typeface="Poppins"/>
              </a:rPr>
              <a:t>Hundreds of millions of Chinese and Indian inhabitants are still without internet.  There are an estimated 650,000,000 people in China alone that still do not have internet.  This is also ignoring population growth.</a:t>
            </a:r>
            <a:endParaRPr sz="1100">
              <a:solidFill>
                <a:srgbClr val="BFBFBF"/>
              </a:solidFill>
              <a:latin typeface="Poppins"/>
              <a:ea typeface="Poppins"/>
              <a:cs typeface="Poppins"/>
              <a:sym typeface="Poppins"/>
            </a:endParaRPr>
          </a:p>
        </p:txBody>
      </p:sp>
    </p:spTree>
  </p:cSld>
  <p:clrMapOvr>
    <a:masterClrMapping/>
  </p:clrMapOvr>
  <mc:AlternateContent>
    <mc:Choice Requires="p14">
      <p:transition spd="slow">
        <p14:prism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4"/>
          <p:cNvSpPr txBox="1"/>
          <p:nvPr/>
        </p:nvSpPr>
        <p:spPr>
          <a:xfrm>
            <a:off x="8559485" y="2006026"/>
            <a:ext cx="2857500" cy="2717400"/>
          </a:xfrm>
          <a:prstGeom prst="rect">
            <a:avLst/>
          </a:prstGeom>
          <a:noFill/>
          <a:ln>
            <a:noFill/>
          </a:ln>
        </p:spPr>
        <p:txBody>
          <a:bodyPr anchorCtr="0" anchor="t" bIns="45700" lIns="91425" spcFirstLastPara="1" rIns="91425" wrap="square" tIns="45700">
            <a:noAutofit/>
          </a:bodyPr>
          <a:lstStyle/>
          <a:p>
            <a:pPr indent="0" lvl="0" marL="0" marR="0" rtl="0" algn="l">
              <a:lnSpc>
                <a:spcPct val="163636"/>
              </a:lnSpc>
              <a:spcBef>
                <a:spcPts val="0"/>
              </a:spcBef>
              <a:spcAft>
                <a:spcPts val="0"/>
              </a:spcAft>
              <a:buClr>
                <a:schemeClr val="lt1"/>
              </a:buClr>
              <a:buSzPts val="1100"/>
              <a:buFont typeface="Arial"/>
              <a:buNone/>
            </a:pPr>
            <a:r>
              <a:rPr lang="en-US" sz="1800">
                <a:solidFill>
                  <a:schemeClr val="lt1"/>
                </a:solidFill>
                <a:latin typeface="Poppins SemiBold"/>
                <a:ea typeface="Poppins SemiBold"/>
                <a:cs typeface="Poppins SemiBold"/>
                <a:sym typeface="Poppins SemiBold"/>
              </a:rPr>
              <a:t>EXAMINE THE TREND</a:t>
            </a:r>
            <a:endParaRPr sz="1800"/>
          </a:p>
          <a:p>
            <a:pPr indent="0" lvl="0" marL="0" marR="0" rtl="0" algn="l">
              <a:lnSpc>
                <a:spcPct val="163636"/>
              </a:lnSpc>
              <a:spcBef>
                <a:spcPts val="1200"/>
              </a:spcBef>
              <a:spcAft>
                <a:spcPts val="0"/>
              </a:spcAft>
              <a:buClr>
                <a:schemeClr val="lt1"/>
              </a:buClr>
              <a:buSzPts val="1100"/>
              <a:buFont typeface="Arial"/>
              <a:buNone/>
            </a:pPr>
            <a:r>
              <a:rPr lang="en-US" sz="1800">
                <a:solidFill>
                  <a:schemeClr val="lt1"/>
                </a:solidFill>
                <a:latin typeface="Poppins"/>
                <a:ea typeface="Poppins"/>
                <a:cs typeface="Poppins"/>
                <a:sym typeface="Poppins"/>
              </a:rPr>
              <a:t>While the English language still dominates the internet, increased internet penetration is growing the sheer volume of data in other languages.</a:t>
            </a:r>
            <a:endParaRPr sz="1800">
              <a:solidFill>
                <a:schemeClr val="lt1"/>
              </a:solidFill>
              <a:latin typeface="Poppins"/>
              <a:ea typeface="Poppins"/>
              <a:cs typeface="Poppins"/>
              <a:sym typeface="Poppins"/>
            </a:endParaRPr>
          </a:p>
        </p:txBody>
      </p:sp>
      <p:sp>
        <p:nvSpPr>
          <p:cNvPr id="361" name="Google Shape;361;p64"/>
          <p:cNvSpPr txBox="1"/>
          <p:nvPr/>
        </p:nvSpPr>
        <p:spPr>
          <a:xfrm>
            <a:off x="729876" y="1968875"/>
            <a:ext cx="10798500" cy="28476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4400"/>
              <a:buFont typeface="Poppins"/>
              <a:buNone/>
            </a:pPr>
            <a:r>
              <a:rPr b="1" lang="en-US" sz="4400">
                <a:solidFill>
                  <a:schemeClr val="accent5"/>
                </a:solidFill>
                <a:latin typeface="Poppins SemiBold"/>
                <a:ea typeface="Poppins SemiBold"/>
                <a:cs typeface="Poppins SemiBold"/>
                <a:sym typeface="Poppins SemiBold"/>
              </a:rPr>
              <a:t>13% of online shoppers</a:t>
            </a:r>
            <a:endParaRPr b="1" sz="4400">
              <a:solidFill>
                <a:schemeClr val="accent5"/>
              </a:solidFill>
              <a:latin typeface="Poppins SemiBold"/>
              <a:ea typeface="Poppins SemiBold"/>
              <a:cs typeface="Poppins SemiBold"/>
              <a:sym typeface="Poppins SemiBold"/>
            </a:endParaRPr>
          </a:p>
          <a:p>
            <a:pPr indent="0" lvl="0" marL="0" marR="0" rtl="0" algn="ctr">
              <a:lnSpc>
                <a:spcPct val="90000"/>
              </a:lnSpc>
              <a:spcBef>
                <a:spcPts val="0"/>
              </a:spcBef>
              <a:spcAft>
                <a:spcPts val="0"/>
              </a:spcAft>
              <a:buClr>
                <a:schemeClr val="lt1"/>
              </a:buClr>
              <a:buSzPts val="4400"/>
              <a:buFont typeface="Poppins"/>
              <a:buNone/>
            </a:pPr>
            <a:r>
              <a:t/>
            </a:r>
            <a:endParaRPr b="1" sz="3600">
              <a:solidFill>
                <a:schemeClr val="accent5"/>
              </a:solidFill>
              <a:latin typeface="Poppins SemiBold"/>
              <a:ea typeface="Poppins SemiBold"/>
              <a:cs typeface="Poppins SemiBold"/>
              <a:sym typeface="Poppins SemiBold"/>
            </a:endParaRPr>
          </a:p>
          <a:p>
            <a:pPr indent="0" lvl="0" marL="0" marR="0" rtl="0" algn="ctr">
              <a:lnSpc>
                <a:spcPct val="90000"/>
              </a:lnSpc>
              <a:spcBef>
                <a:spcPts val="0"/>
              </a:spcBef>
              <a:spcAft>
                <a:spcPts val="0"/>
              </a:spcAft>
              <a:buClr>
                <a:schemeClr val="lt1"/>
              </a:buClr>
              <a:buSzPts val="4400"/>
              <a:buFont typeface="Poppins"/>
              <a:buNone/>
            </a:pPr>
            <a:r>
              <a:rPr b="1" lang="en-US" sz="3600">
                <a:solidFill>
                  <a:schemeClr val="accent3"/>
                </a:solidFill>
                <a:latin typeface="Poppins SemiBold"/>
                <a:ea typeface="Poppins SemiBold"/>
                <a:cs typeface="Poppins SemiBold"/>
                <a:sym typeface="Poppins SemiBold"/>
              </a:rPr>
              <a:t>abandoned ecommerce websites</a:t>
            </a:r>
            <a:endParaRPr b="1" sz="3600">
              <a:solidFill>
                <a:schemeClr val="accent3"/>
              </a:solidFill>
              <a:latin typeface="Poppins SemiBold"/>
              <a:ea typeface="Poppins SemiBold"/>
              <a:cs typeface="Poppins SemiBold"/>
              <a:sym typeface="Poppins SemiBold"/>
            </a:endParaRPr>
          </a:p>
          <a:p>
            <a:pPr indent="0" lvl="0" marL="0" marR="0" rtl="0" algn="ctr">
              <a:lnSpc>
                <a:spcPct val="90000"/>
              </a:lnSpc>
              <a:spcBef>
                <a:spcPts val="0"/>
              </a:spcBef>
              <a:spcAft>
                <a:spcPts val="0"/>
              </a:spcAft>
              <a:buClr>
                <a:schemeClr val="lt1"/>
              </a:buClr>
              <a:buSzPts val="4400"/>
              <a:buFont typeface="Poppins"/>
              <a:buNone/>
            </a:pPr>
            <a:r>
              <a:rPr b="1" lang="en-US" sz="3600">
                <a:solidFill>
                  <a:schemeClr val="accent3"/>
                </a:solidFill>
                <a:latin typeface="Poppins SemiBold"/>
                <a:ea typeface="Poppins SemiBold"/>
                <a:cs typeface="Poppins SemiBold"/>
                <a:sym typeface="Poppins SemiBold"/>
              </a:rPr>
              <a:t>because products were displayed in a foreign currency</a:t>
            </a:r>
            <a:r>
              <a:rPr b="1" lang="en-US" sz="3000">
                <a:solidFill>
                  <a:schemeClr val="accent1"/>
                </a:solidFill>
                <a:latin typeface="Poppins SemiBold"/>
                <a:ea typeface="Poppins SemiBold"/>
                <a:cs typeface="Poppins SemiBold"/>
                <a:sym typeface="Poppins SemiBold"/>
              </a:rPr>
              <a:t>*</a:t>
            </a:r>
            <a:endParaRPr b="1" sz="3000">
              <a:solidFill>
                <a:schemeClr val="accent1"/>
              </a:solidFill>
              <a:latin typeface="Poppins SemiBold"/>
              <a:ea typeface="Poppins SemiBold"/>
              <a:cs typeface="Poppins SemiBold"/>
              <a:sym typeface="Poppins SemiBold"/>
            </a:endParaRPr>
          </a:p>
          <a:p>
            <a:pPr indent="0" lvl="0" marL="0" marR="0" rtl="0" algn="ctr">
              <a:lnSpc>
                <a:spcPct val="90000"/>
              </a:lnSpc>
              <a:spcBef>
                <a:spcPts val="0"/>
              </a:spcBef>
              <a:spcAft>
                <a:spcPts val="0"/>
              </a:spcAft>
              <a:buClr>
                <a:schemeClr val="lt1"/>
              </a:buClr>
              <a:buSzPts val="4400"/>
              <a:buFont typeface="Poppins"/>
              <a:buNone/>
            </a:pPr>
            <a:r>
              <a:t/>
            </a:r>
            <a:endParaRPr b="1" sz="3600">
              <a:solidFill>
                <a:schemeClr val="accent3"/>
              </a:solidFill>
              <a:latin typeface="Poppins SemiBold"/>
              <a:ea typeface="Poppins SemiBold"/>
              <a:cs typeface="Poppins SemiBold"/>
              <a:sym typeface="Poppins SemiBold"/>
            </a:endParaRPr>
          </a:p>
        </p:txBody>
      </p:sp>
      <p:sp>
        <p:nvSpPr>
          <p:cNvPr id="362" name="Google Shape;362;p64"/>
          <p:cNvSpPr txBox="1"/>
          <p:nvPr/>
        </p:nvSpPr>
        <p:spPr>
          <a:xfrm>
            <a:off x="345200" y="5977575"/>
            <a:ext cx="11376000" cy="48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accent1"/>
                </a:solidFill>
              </a:rPr>
              <a:t>* </a:t>
            </a:r>
            <a:r>
              <a:rPr lang="en-US" sz="1200" u="sng">
                <a:solidFill>
                  <a:schemeClr val="lt2"/>
                </a:solidFill>
                <a:latin typeface="Calibri"/>
                <a:ea typeface="Calibri"/>
                <a:cs typeface="Calibri"/>
                <a:sym typeface="Calibri"/>
                <a:hlinkClick r:id="rId3">
                  <a:extLst>
                    <a:ext uri="{A12FA001-AC4F-418D-AE19-62706E023703}">
                      <ahyp:hlinkClr val="tx"/>
                    </a:ext>
                  </a:extLst>
                </a:hlinkClick>
              </a:rPr>
              <a:t>https://www.shopify.ca/blog/8484093-why-online-retailers-are-losing-67-45-of-sales-and-what-to-do-about-it</a:t>
            </a:r>
            <a:endParaRPr>
              <a:solidFill>
                <a:schemeClr val="lt2"/>
              </a:solidFill>
            </a:endParaRPr>
          </a:p>
        </p:txBody>
      </p:sp>
    </p:spTree>
  </p:cSld>
  <p:clrMapOvr>
    <a:masterClrMapping/>
  </p:clrMapOvr>
  <mc:AlternateContent>
    <mc:Choice Requires="p14">
      <p:transition spd="slow">
        <p14:prism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5"/>
          <p:cNvSpPr txBox="1"/>
          <p:nvPr/>
        </p:nvSpPr>
        <p:spPr>
          <a:xfrm>
            <a:off x="573925" y="4803202"/>
            <a:ext cx="3232200" cy="8163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A3838"/>
              </a:buClr>
              <a:buSzPts val="1200"/>
              <a:buFont typeface="Arial"/>
              <a:buNone/>
            </a:pPr>
            <a:r>
              <a:rPr b="1" lang="en-US" sz="1800">
                <a:solidFill>
                  <a:srgbClr val="3A3838"/>
                </a:solidFill>
                <a:latin typeface="Poppins SemiBold"/>
                <a:ea typeface="Poppins SemiBold"/>
                <a:cs typeface="Poppins SemiBold"/>
                <a:sym typeface="Poppins SemiBold"/>
              </a:rPr>
              <a:t>Quarter Pounder with Cheese</a:t>
            </a:r>
            <a:endParaRPr b="1" sz="1800">
              <a:solidFill>
                <a:srgbClr val="A5A5A5"/>
              </a:solidFill>
              <a:latin typeface="Poppins"/>
              <a:ea typeface="Poppins"/>
              <a:cs typeface="Poppins"/>
              <a:sym typeface="Poppins"/>
            </a:endParaRPr>
          </a:p>
        </p:txBody>
      </p:sp>
      <p:sp>
        <p:nvSpPr>
          <p:cNvPr id="368" name="Google Shape;368;p65"/>
          <p:cNvSpPr txBox="1"/>
          <p:nvPr/>
        </p:nvSpPr>
        <p:spPr>
          <a:xfrm>
            <a:off x="4462850" y="4684644"/>
            <a:ext cx="3360000" cy="5001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A3838"/>
              </a:buClr>
              <a:buSzPts val="1200"/>
              <a:buFont typeface="Arial"/>
              <a:buNone/>
            </a:pPr>
            <a:r>
              <a:rPr b="1" lang="en-US" sz="1800">
                <a:solidFill>
                  <a:srgbClr val="3A3838"/>
                </a:solidFill>
                <a:latin typeface="Poppins SemiBold"/>
                <a:ea typeface="Poppins SemiBold"/>
                <a:cs typeface="Poppins SemiBold"/>
                <a:sym typeface="Poppins SemiBold"/>
              </a:rPr>
              <a:t>“Royale with Cheese”</a:t>
            </a:r>
            <a:endParaRPr b="1" sz="1800">
              <a:solidFill>
                <a:srgbClr val="3A3838"/>
              </a:solidFill>
              <a:latin typeface="Poppins SemiBold"/>
              <a:ea typeface="Poppins SemiBold"/>
              <a:cs typeface="Poppins SemiBold"/>
              <a:sym typeface="Poppins SemiBold"/>
            </a:endParaRPr>
          </a:p>
          <a:p>
            <a:pPr indent="0" lvl="0" marL="0" marR="0" rtl="0" algn="ctr">
              <a:lnSpc>
                <a:spcPct val="90000"/>
              </a:lnSpc>
              <a:spcBef>
                <a:spcPts val="0"/>
              </a:spcBef>
              <a:spcAft>
                <a:spcPts val="0"/>
              </a:spcAft>
              <a:buClr>
                <a:srgbClr val="3A3838"/>
              </a:buClr>
              <a:buSzPts val="1200"/>
              <a:buFont typeface="Arial"/>
              <a:buNone/>
            </a:pPr>
            <a:r>
              <a:rPr b="1" lang="en-US" sz="1800">
                <a:solidFill>
                  <a:srgbClr val="3A3838"/>
                </a:solidFill>
                <a:latin typeface="Poppins SemiBold"/>
                <a:ea typeface="Poppins SemiBold"/>
                <a:cs typeface="Poppins SemiBold"/>
                <a:sym typeface="Poppins SemiBold"/>
              </a:rPr>
              <a:t>(Le Royale Cheese)</a:t>
            </a:r>
            <a:endParaRPr b="1" sz="1800">
              <a:solidFill>
                <a:srgbClr val="A5A5A5"/>
              </a:solidFill>
              <a:latin typeface="Poppins"/>
              <a:ea typeface="Poppins"/>
              <a:cs typeface="Poppins"/>
              <a:sym typeface="Poppins"/>
            </a:endParaRPr>
          </a:p>
        </p:txBody>
      </p:sp>
      <p:cxnSp>
        <p:nvCxnSpPr>
          <p:cNvPr id="369" name="Google Shape;369;p65"/>
          <p:cNvCxnSpPr/>
          <p:nvPr/>
        </p:nvCxnSpPr>
        <p:spPr>
          <a:xfrm>
            <a:off x="4239097" y="2697301"/>
            <a:ext cx="0" cy="2295600"/>
          </a:xfrm>
          <a:prstGeom prst="straightConnector1">
            <a:avLst/>
          </a:prstGeom>
          <a:noFill/>
          <a:ln cap="flat" cmpd="sng" w="9525">
            <a:solidFill>
              <a:srgbClr val="D8D8D8"/>
            </a:solidFill>
            <a:prstDash val="dash"/>
            <a:miter lim="800000"/>
            <a:headEnd len="sm" w="sm" type="none"/>
            <a:tailEnd len="sm" w="sm" type="none"/>
          </a:ln>
        </p:spPr>
      </p:cxnSp>
      <p:sp>
        <p:nvSpPr>
          <p:cNvPr id="370" name="Google Shape;370;p65"/>
          <p:cNvSpPr/>
          <p:nvPr/>
        </p:nvSpPr>
        <p:spPr>
          <a:xfrm>
            <a:off x="1290770" y="2697299"/>
            <a:ext cx="1798500" cy="1740900"/>
          </a:xfrm>
          <a:prstGeom prst="ellipse">
            <a:avLst/>
          </a:prstGeom>
          <a:solidFill>
            <a:schemeClr val="accent6"/>
          </a:solidFill>
          <a:ln cap="flat" cmpd="sng" w="1905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1" name="Google Shape;371;p65"/>
          <p:cNvSpPr txBox="1"/>
          <p:nvPr/>
        </p:nvSpPr>
        <p:spPr>
          <a:xfrm>
            <a:off x="1457875" y="3331950"/>
            <a:ext cx="1464300" cy="47160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Calibri"/>
              <a:buNone/>
            </a:pPr>
            <a:r>
              <a:rPr b="1" lang="en-US" sz="2400">
                <a:solidFill>
                  <a:srgbClr val="FFFFFF"/>
                </a:solidFill>
                <a:latin typeface="Poppins SemiBold"/>
                <a:ea typeface="Poppins SemiBold"/>
                <a:cs typeface="Poppins SemiBold"/>
                <a:sym typeface="Poppins SemiBold"/>
              </a:rPr>
              <a:t>ENGLISH</a:t>
            </a:r>
            <a:endParaRPr b="1" sz="2400">
              <a:solidFill>
                <a:srgbClr val="FFFFFF"/>
              </a:solidFill>
              <a:latin typeface="Poppins SemiBold"/>
              <a:ea typeface="Poppins SemiBold"/>
              <a:cs typeface="Poppins SemiBold"/>
              <a:sym typeface="Poppins SemiBold"/>
            </a:endParaRPr>
          </a:p>
          <a:p>
            <a:pPr indent="0" lvl="0" marL="0" marR="0" rtl="0" algn="r">
              <a:lnSpc>
                <a:spcPct val="90000"/>
              </a:lnSpc>
              <a:spcBef>
                <a:spcPts val="0"/>
              </a:spcBef>
              <a:spcAft>
                <a:spcPts val="0"/>
              </a:spcAft>
              <a:buClr>
                <a:schemeClr val="dk1"/>
              </a:buClr>
              <a:buSzPts val="4000"/>
              <a:buFont typeface="Calibri"/>
              <a:buNone/>
            </a:pPr>
            <a:r>
              <a:t/>
            </a:r>
            <a:endParaRPr b="1" sz="2400">
              <a:solidFill>
                <a:srgbClr val="FFFFFF"/>
              </a:solidFill>
              <a:latin typeface="Poppins SemiBold"/>
              <a:ea typeface="Poppins SemiBold"/>
              <a:cs typeface="Poppins SemiBold"/>
              <a:sym typeface="Poppins SemiBold"/>
            </a:endParaRPr>
          </a:p>
        </p:txBody>
      </p:sp>
      <p:sp>
        <p:nvSpPr>
          <p:cNvPr id="372" name="Google Shape;372;p65"/>
          <p:cNvSpPr/>
          <p:nvPr/>
        </p:nvSpPr>
        <p:spPr>
          <a:xfrm>
            <a:off x="5291670" y="2697312"/>
            <a:ext cx="1798500" cy="1740900"/>
          </a:xfrm>
          <a:prstGeom prst="ellipse">
            <a:avLst/>
          </a:prstGeom>
          <a:solidFill>
            <a:srgbClr val="9FC5E8"/>
          </a:solidFill>
          <a:ln cap="flat" cmpd="sng" w="1905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3" name="Google Shape;373;p65"/>
          <p:cNvSpPr txBox="1"/>
          <p:nvPr/>
        </p:nvSpPr>
        <p:spPr>
          <a:xfrm>
            <a:off x="5324100" y="3331938"/>
            <a:ext cx="1543800" cy="4716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4000"/>
              <a:buFont typeface="Calibri"/>
              <a:buNone/>
            </a:pPr>
            <a:r>
              <a:rPr b="1" lang="en-US" sz="2400">
                <a:solidFill>
                  <a:srgbClr val="0B5394"/>
                </a:solidFill>
                <a:latin typeface="Poppins SemiBold"/>
                <a:ea typeface="Poppins SemiBold"/>
                <a:cs typeface="Poppins SemiBold"/>
                <a:sym typeface="Poppins SemiBold"/>
              </a:rPr>
              <a:t>FRENCH</a:t>
            </a:r>
            <a:endParaRPr b="1" sz="2400">
              <a:solidFill>
                <a:srgbClr val="0B5394"/>
              </a:solidFill>
              <a:latin typeface="Arial"/>
              <a:ea typeface="Arial"/>
              <a:cs typeface="Arial"/>
              <a:sym typeface="Arial"/>
            </a:endParaRPr>
          </a:p>
        </p:txBody>
      </p:sp>
      <p:sp>
        <p:nvSpPr>
          <p:cNvPr id="374" name="Google Shape;374;p65"/>
          <p:cNvSpPr txBox="1"/>
          <p:nvPr/>
        </p:nvSpPr>
        <p:spPr>
          <a:xfrm>
            <a:off x="8142750" y="4684646"/>
            <a:ext cx="3360000" cy="8163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A3838"/>
              </a:buClr>
              <a:buSzPts val="1200"/>
              <a:buFont typeface="Arial"/>
              <a:buNone/>
            </a:pPr>
            <a:r>
              <a:rPr b="1" lang="en-US" sz="1800">
                <a:solidFill>
                  <a:srgbClr val="3A3838"/>
                </a:solidFill>
                <a:latin typeface="Poppins SemiBold"/>
                <a:ea typeface="Poppins SemiBold"/>
                <a:cs typeface="Poppins SemiBold"/>
                <a:sym typeface="Poppins SemiBold"/>
              </a:rPr>
              <a:t>Quart de Livre avec Fromage</a:t>
            </a:r>
            <a:endParaRPr b="1" sz="1800">
              <a:solidFill>
                <a:srgbClr val="A5A5A5"/>
              </a:solidFill>
              <a:latin typeface="Poppins"/>
              <a:ea typeface="Poppins"/>
              <a:cs typeface="Poppins"/>
              <a:sym typeface="Poppins"/>
            </a:endParaRPr>
          </a:p>
        </p:txBody>
      </p:sp>
      <p:cxnSp>
        <p:nvCxnSpPr>
          <p:cNvPr id="375" name="Google Shape;375;p65"/>
          <p:cNvCxnSpPr/>
          <p:nvPr/>
        </p:nvCxnSpPr>
        <p:spPr>
          <a:xfrm>
            <a:off x="8272472" y="2697301"/>
            <a:ext cx="0" cy="2295600"/>
          </a:xfrm>
          <a:prstGeom prst="straightConnector1">
            <a:avLst/>
          </a:prstGeom>
          <a:noFill/>
          <a:ln cap="flat" cmpd="sng" w="9525">
            <a:solidFill>
              <a:srgbClr val="D8D8D8"/>
            </a:solidFill>
            <a:prstDash val="dash"/>
            <a:miter lim="800000"/>
            <a:headEnd len="sm" w="sm" type="none"/>
            <a:tailEnd len="sm" w="sm" type="none"/>
          </a:ln>
        </p:spPr>
      </p:cxnSp>
      <p:pic>
        <p:nvPicPr>
          <p:cNvPr id="376" name="Google Shape;376;p65"/>
          <p:cNvPicPr preferRelativeResize="0"/>
          <p:nvPr/>
        </p:nvPicPr>
        <p:blipFill>
          <a:blip r:embed="rId3">
            <a:alphaModFix/>
          </a:blip>
          <a:stretch>
            <a:fillRect/>
          </a:stretch>
        </p:blipFill>
        <p:spPr>
          <a:xfrm>
            <a:off x="1057452" y="547970"/>
            <a:ext cx="2334700" cy="1611457"/>
          </a:xfrm>
          <a:prstGeom prst="rect">
            <a:avLst/>
          </a:prstGeom>
          <a:noFill/>
          <a:ln>
            <a:noFill/>
          </a:ln>
        </p:spPr>
      </p:pic>
      <p:pic>
        <p:nvPicPr>
          <p:cNvPr id="377" name="Google Shape;377;p65"/>
          <p:cNvPicPr preferRelativeResize="0"/>
          <p:nvPr/>
        </p:nvPicPr>
        <p:blipFill>
          <a:blip r:embed="rId3">
            <a:alphaModFix/>
          </a:blip>
          <a:stretch>
            <a:fillRect/>
          </a:stretch>
        </p:blipFill>
        <p:spPr>
          <a:xfrm>
            <a:off x="5023577" y="547970"/>
            <a:ext cx="2334700" cy="1611457"/>
          </a:xfrm>
          <a:prstGeom prst="rect">
            <a:avLst/>
          </a:prstGeom>
          <a:noFill/>
          <a:ln>
            <a:noFill/>
          </a:ln>
        </p:spPr>
      </p:pic>
      <p:grpSp>
        <p:nvGrpSpPr>
          <p:cNvPr id="378" name="Google Shape;378;p65"/>
          <p:cNvGrpSpPr/>
          <p:nvPr/>
        </p:nvGrpSpPr>
        <p:grpSpPr>
          <a:xfrm>
            <a:off x="8655402" y="547970"/>
            <a:ext cx="2334700" cy="3890241"/>
            <a:chOff x="8655402" y="547970"/>
            <a:chExt cx="2334700" cy="3890241"/>
          </a:xfrm>
        </p:grpSpPr>
        <p:grpSp>
          <p:nvGrpSpPr>
            <p:cNvPr id="379" name="Google Shape;379;p65"/>
            <p:cNvGrpSpPr/>
            <p:nvPr/>
          </p:nvGrpSpPr>
          <p:grpSpPr>
            <a:xfrm>
              <a:off x="8857225" y="2697312"/>
              <a:ext cx="1960200" cy="1740900"/>
              <a:chOff x="8857225" y="2697312"/>
              <a:chExt cx="1960200" cy="1740900"/>
            </a:xfrm>
          </p:grpSpPr>
          <p:sp>
            <p:nvSpPr>
              <p:cNvPr id="380" name="Google Shape;380;p65"/>
              <p:cNvSpPr/>
              <p:nvPr/>
            </p:nvSpPr>
            <p:spPr>
              <a:xfrm>
                <a:off x="8923495" y="2697312"/>
                <a:ext cx="1798500" cy="1740900"/>
              </a:xfrm>
              <a:prstGeom prst="ellipse">
                <a:avLst/>
              </a:prstGeom>
              <a:solidFill>
                <a:srgbClr val="CFE2F3"/>
              </a:solidFill>
              <a:ln cap="flat" cmpd="sng" w="1905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p65"/>
              <p:cNvSpPr txBox="1"/>
              <p:nvPr/>
            </p:nvSpPr>
            <p:spPr>
              <a:xfrm>
                <a:off x="8857225" y="3117000"/>
                <a:ext cx="1960200" cy="4716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Calibri"/>
                  <a:buNone/>
                </a:pPr>
                <a:r>
                  <a:rPr b="1" lang="en-US" sz="2400">
                    <a:solidFill>
                      <a:srgbClr val="0B5394"/>
                    </a:solidFill>
                    <a:latin typeface="Poppins SemiBold"/>
                    <a:ea typeface="Poppins SemiBold"/>
                    <a:cs typeface="Poppins SemiBold"/>
                    <a:sym typeface="Poppins SemiBold"/>
                  </a:rPr>
                  <a:t>French Canadian</a:t>
                </a:r>
                <a:endParaRPr b="1" sz="2400">
                  <a:solidFill>
                    <a:srgbClr val="0B5394"/>
                  </a:solidFill>
                  <a:latin typeface="Poppins SemiBold"/>
                  <a:ea typeface="Poppins SemiBold"/>
                  <a:cs typeface="Poppins SemiBold"/>
                  <a:sym typeface="Poppins SemiBold"/>
                </a:endParaRPr>
              </a:p>
            </p:txBody>
          </p:sp>
        </p:grpSp>
        <p:pic>
          <p:nvPicPr>
            <p:cNvPr id="382" name="Google Shape;382;p65"/>
            <p:cNvPicPr preferRelativeResize="0"/>
            <p:nvPr/>
          </p:nvPicPr>
          <p:blipFill>
            <a:blip r:embed="rId3">
              <a:alphaModFix/>
            </a:blip>
            <a:stretch>
              <a:fillRect/>
            </a:stretch>
          </p:blipFill>
          <p:spPr>
            <a:xfrm>
              <a:off x="8655402" y="547970"/>
              <a:ext cx="2334700" cy="1611457"/>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6"/>
          <p:cNvSpPr txBox="1"/>
          <p:nvPr/>
        </p:nvSpPr>
        <p:spPr>
          <a:xfrm>
            <a:off x="2784474" y="681763"/>
            <a:ext cx="6409800" cy="8163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Calibri"/>
              <a:buNone/>
            </a:pPr>
            <a:r>
              <a:rPr b="1" lang="en-US" sz="4400">
                <a:solidFill>
                  <a:srgbClr val="3A3838"/>
                </a:solidFill>
                <a:latin typeface="Poppins SemiBold"/>
                <a:ea typeface="Poppins SemiBold"/>
                <a:cs typeface="Poppins SemiBold"/>
                <a:sym typeface="Poppins SemiBold"/>
              </a:rPr>
              <a:t>Language ≠ Locale</a:t>
            </a:r>
            <a:endParaRPr b="1" sz="4000">
              <a:solidFill>
                <a:srgbClr val="3A3838"/>
              </a:solidFill>
              <a:latin typeface="Arial"/>
              <a:ea typeface="Arial"/>
              <a:cs typeface="Arial"/>
              <a:sym typeface="Arial"/>
            </a:endParaRPr>
          </a:p>
        </p:txBody>
      </p:sp>
      <p:sp>
        <p:nvSpPr>
          <p:cNvPr id="388" name="Google Shape;388;p66"/>
          <p:cNvSpPr txBox="1"/>
          <p:nvPr/>
        </p:nvSpPr>
        <p:spPr>
          <a:xfrm>
            <a:off x="573925" y="4803202"/>
            <a:ext cx="3232200" cy="8163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A3838"/>
              </a:buClr>
              <a:buSzPts val="1200"/>
              <a:buFont typeface="Arial"/>
              <a:buNone/>
            </a:pPr>
            <a:r>
              <a:rPr b="1" lang="en-US" sz="1800">
                <a:solidFill>
                  <a:srgbClr val="3A3838"/>
                </a:solidFill>
                <a:latin typeface="Poppins SemiBold"/>
                <a:ea typeface="Poppins SemiBold"/>
                <a:cs typeface="Poppins SemiBold"/>
                <a:sym typeface="Poppins SemiBold"/>
              </a:rPr>
              <a:t>Quarter Pounder with Cheese</a:t>
            </a:r>
            <a:endParaRPr b="1" sz="1800">
              <a:solidFill>
                <a:srgbClr val="A5A5A5"/>
              </a:solidFill>
              <a:latin typeface="Poppins"/>
              <a:ea typeface="Poppins"/>
              <a:cs typeface="Poppins"/>
              <a:sym typeface="Poppins"/>
            </a:endParaRPr>
          </a:p>
        </p:txBody>
      </p:sp>
      <p:sp>
        <p:nvSpPr>
          <p:cNvPr id="389" name="Google Shape;389;p66"/>
          <p:cNvSpPr txBox="1"/>
          <p:nvPr/>
        </p:nvSpPr>
        <p:spPr>
          <a:xfrm>
            <a:off x="4462850" y="4684644"/>
            <a:ext cx="3360000" cy="5001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A3838"/>
              </a:buClr>
              <a:buSzPts val="1200"/>
              <a:buFont typeface="Arial"/>
              <a:buNone/>
            </a:pPr>
            <a:r>
              <a:rPr b="1" lang="en-US" sz="1800">
                <a:solidFill>
                  <a:srgbClr val="3A3838"/>
                </a:solidFill>
                <a:latin typeface="Poppins SemiBold"/>
                <a:ea typeface="Poppins SemiBold"/>
                <a:cs typeface="Poppins SemiBold"/>
                <a:sym typeface="Poppins SemiBold"/>
              </a:rPr>
              <a:t>Le Royale Cheese</a:t>
            </a:r>
            <a:endParaRPr b="1" sz="1800">
              <a:solidFill>
                <a:srgbClr val="A5A5A5"/>
              </a:solidFill>
              <a:latin typeface="Poppins"/>
              <a:ea typeface="Poppins"/>
              <a:cs typeface="Poppins"/>
              <a:sym typeface="Poppins"/>
            </a:endParaRPr>
          </a:p>
        </p:txBody>
      </p:sp>
      <p:cxnSp>
        <p:nvCxnSpPr>
          <p:cNvPr id="390" name="Google Shape;390;p66"/>
          <p:cNvCxnSpPr/>
          <p:nvPr/>
        </p:nvCxnSpPr>
        <p:spPr>
          <a:xfrm>
            <a:off x="4239097" y="2697301"/>
            <a:ext cx="0" cy="2295600"/>
          </a:xfrm>
          <a:prstGeom prst="straightConnector1">
            <a:avLst/>
          </a:prstGeom>
          <a:noFill/>
          <a:ln cap="flat" cmpd="sng" w="9525">
            <a:solidFill>
              <a:srgbClr val="D8D8D8"/>
            </a:solidFill>
            <a:prstDash val="dash"/>
            <a:miter lim="800000"/>
            <a:headEnd len="sm" w="sm" type="none"/>
            <a:tailEnd len="sm" w="sm" type="none"/>
          </a:ln>
        </p:spPr>
      </p:cxnSp>
      <p:grpSp>
        <p:nvGrpSpPr>
          <p:cNvPr id="391" name="Google Shape;391;p66"/>
          <p:cNvGrpSpPr/>
          <p:nvPr/>
        </p:nvGrpSpPr>
        <p:grpSpPr>
          <a:xfrm>
            <a:off x="1290770" y="2697299"/>
            <a:ext cx="1798500" cy="1740900"/>
            <a:chOff x="2235945" y="2615724"/>
            <a:chExt cx="1798500" cy="1740900"/>
          </a:xfrm>
        </p:grpSpPr>
        <p:sp>
          <p:nvSpPr>
            <p:cNvPr id="392" name="Google Shape;392;p66"/>
            <p:cNvSpPr/>
            <p:nvPr/>
          </p:nvSpPr>
          <p:spPr>
            <a:xfrm>
              <a:off x="2235945" y="2615724"/>
              <a:ext cx="1798500" cy="1740900"/>
            </a:xfrm>
            <a:prstGeom prst="ellipse">
              <a:avLst/>
            </a:prstGeom>
            <a:solidFill>
              <a:schemeClr val="accent6"/>
            </a:solidFill>
            <a:ln cap="flat" cmpd="sng" w="1905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 name="Google Shape;393;p66"/>
            <p:cNvSpPr txBox="1"/>
            <p:nvPr/>
          </p:nvSpPr>
          <p:spPr>
            <a:xfrm>
              <a:off x="2286925" y="3250375"/>
              <a:ext cx="1464300" cy="47160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4000"/>
                <a:buFont typeface="Calibri"/>
                <a:buNone/>
              </a:pPr>
              <a:r>
                <a:rPr b="1" lang="en-US" sz="2400">
                  <a:solidFill>
                    <a:srgbClr val="FFFFFF"/>
                  </a:solidFill>
                  <a:latin typeface="Poppins SemiBold"/>
                  <a:ea typeface="Poppins SemiBold"/>
                  <a:cs typeface="Poppins SemiBold"/>
                  <a:sym typeface="Poppins SemiBold"/>
                </a:rPr>
                <a:t>en_US</a:t>
              </a:r>
              <a:endParaRPr b="1" sz="2400">
                <a:solidFill>
                  <a:srgbClr val="FFFFFF"/>
                </a:solidFill>
                <a:latin typeface="Poppins SemiBold"/>
                <a:ea typeface="Poppins SemiBold"/>
                <a:cs typeface="Poppins SemiBold"/>
                <a:sym typeface="Poppins SemiBold"/>
              </a:endParaRPr>
            </a:p>
            <a:p>
              <a:pPr indent="0" lvl="0" marL="0" marR="0" rtl="0" algn="r">
                <a:lnSpc>
                  <a:spcPct val="90000"/>
                </a:lnSpc>
                <a:spcBef>
                  <a:spcPts val="0"/>
                </a:spcBef>
                <a:spcAft>
                  <a:spcPts val="0"/>
                </a:spcAft>
                <a:buClr>
                  <a:schemeClr val="dk1"/>
                </a:buClr>
                <a:buSzPts val="4000"/>
                <a:buFont typeface="Calibri"/>
                <a:buNone/>
              </a:pPr>
              <a:r>
                <a:t/>
              </a:r>
              <a:endParaRPr b="1" sz="2400">
                <a:solidFill>
                  <a:srgbClr val="FFFFFF"/>
                </a:solidFill>
                <a:latin typeface="Poppins SemiBold"/>
                <a:ea typeface="Poppins SemiBold"/>
                <a:cs typeface="Poppins SemiBold"/>
                <a:sym typeface="Poppins SemiBold"/>
              </a:endParaRPr>
            </a:p>
          </p:txBody>
        </p:sp>
      </p:grpSp>
      <p:grpSp>
        <p:nvGrpSpPr>
          <p:cNvPr id="394" name="Google Shape;394;p66"/>
          <p:cNvGrpSpPr/>
          <p:nvPr/>
        </p:nvGrpSpPr>
        <p:grpSpPr>
          <a:xfrm>
            <a:off x="5195525" y="2697312"/>
            <a:ext cx="1894645" cy="1740900"/>
            <a:chOff x="6271050" y="2768124"/>
            <a:chExt cx="1894645" cy="1740900"/>
          </a:xfrm>
        </p:grpSpPr>
        <p:sp>
          <p:nvSpPr>
            <p:cNvPr id="395" name="Google Shape;395;p66"/>
            <p:cNvSpPr/>
            <p:nvPr/>
          </p:nvSpPr>
          <p:spPr>
            <a:xfrm>
              <a:off x="6367195" y="2768124"/>
              <a:ext cx="1798500" cy="1740900"/>
            </a:xfrm>
            <a:prstGeom prst="ellipse">
              <a:avLst/>
            </a:prstGeom>
            <a:solidFill>
              <a:srgbClr val="9FC5E8"/>
            </a:solidFill>
            <a:ln cap="flat" cmpd="sng" w="1905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 name="Google Shape;396;p66"/>
            <p:cNvSpPr txBox="1"/>
            <p:nvPr/>
          </p:nvSpPr>
          <p:spPr>
            <a:xfrm>
              <a:off x="6271050" y="3402775"/>
              <a:ext cx="1543800" cy="4716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4000"/>
                <a:buFont typeface="Calibri"/>
                <a:buNone/>
              </a:pPr>
              <a:r>
                <a:rPr b="1" lang="en-US" sz="2400">
                  <a:solidFill>
                    <a:srgbClr val="0B5394"/>
                  </a:solidFill>
                  <a:latin typeface="Poppins SemiBold"/>
                  <a:ea typeface="Poppins SemiBold"/>
                  <a:cs typeface="Poppins SemiBold"/>
                  <a:sym typeface="Poppins SemiBold"/>
                </a:rPr>
                <a:t>fr</a:t>
              </a:r>
              <a:r>
                <a:rPr b="1" lang="en-US" sz="2400">
                  <a:solidFill>
                    <a:srgbClr val="0B5394"/>
                  </a:solidFill>
                  <a:latin typeface="Poppins SemiBold"/>
                  <a:ea typeface="Poppins SemiBold"/>
                  <a:cs typeface="Poppins SemiBold"/>
                  <a:sym typeface="Poppins SemiBold"/>
                </a:rPr>
                <a:t>_FR</a:t>
              </a:r>
              <a:endParaRPr b="1" sz="2400">
                <a:solidFill>
                  <a:srgbClr val="0B5394"/>
                </a:solidFill>
                <a:latin typeface="Arial"/>
                <a:ea typeface="Arial"/>
                <a:cs typeface="Arial"/>
                <a:sym typeface="Arial"/>
              </a:endParaRPr>
            </a:p>
          </p:txBody>
        </p:sp>
      </p:grpSp>
      <p:sp>
        <p:nvSpPr>
          <p:cNvPr id="397" name="Google Shape;397;p66"/>
          <p:cNvSpPr txBox="1"/>
          <p:nvPr/>
        </p:nvSpPr>
        <p:spPr>
          <a:xfrm>
            <a:off x="8142750" y="4684646"/>
            <a:ext cx="3360000" cy="8163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A3838"/>
              </a:buClr>
              <a:buSzPts val="1200"/>
              <a:buFont typeface="Arial"/>
              <a:buNone/>
            </a:pPr>
            <a:r>
              <a:rPr b="1" lang="en-US" sz="1800">
                <a:solidFill>
                  <a:srgbClr val="3A3838"/>
                </a:solidFill>
                <a:latin typeface="Poppins SemiBold"/>
                <a:ea typeface="Poppins SemiBold"/>
                <a:cs typeface="Poppins SemiBold"/>
                <a:sym typeface="Poppins SemiBold"/>
              </a:rPr>
              <a:t>Quart de Livre avec Fromage</a:t>
            </a:r>
            <a:endParaRPr b="1" sz="1800">
              <a:solidFill>
                <a:srgbClr val="A5A5A5"/>
              </a:solidFill>
              <a:latin typeface="Poppins"/>
              <a:ea typeface="Poppins"/>
              <a:cs typeface="Poppins"/>
              <a:sym typeface="Poppins"/>
            </a:endParaRPr>
          </a:p>
        </p:txBody>
      </p:sp>
      <p:grpSp>
        <p:nvGrpSpPr>
          <p:cNvPr id="398" name="Google Shape;398;p66"/>
          <p:cNvGrpSpPr/>
          <p:nvPr/>
        </p:nvGrpSpPr>
        <p:grpSpPr>
          <a:xfrm>
            <a:off x="8827350" y="2697312"/>
            <a:ext cx="1894645" cy="1740900"/>
            <a:chOff x="8827350" y="2110087"/>
            <a:chExt cx="1894645" cy="1740900"/>
          </a:xfrm>
        </p:grpSpPr>
        <p:sp>
          <p:nvSpPr>
            <p:cNvPr id="399" name="Google Shape;399;p66"/>
            <p:cNvSpPr/>
            <p:nvPr/>
          </p:nvSpPr>
          <p:spPr>
            <a:xfrm>
              <a:off x="8923495" y="2110087"/>
              <a:ext cx="1798500" cy="1740900"/>
            </a:xfrm>
            <a:prstGeom prst="ellipse">
              <a:avLst/>
            </a:prstGeom>
            <a:solidFill>
              <a:srgbClr val="CFE2F3"/>
            </a:solidFill>
            <a:ln cap="flat" cmpd="sng" w="1905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0" name="Google Shape;400;p66"/>
            <p:cNvSpPr txBox="1"/>
            <p:nvPr/>
          </p:nvSpPr>
          <p:spPr>
            <a:xfrm>
              <a:off x="8827350" y="2744738"/>
              <a:ext cx="1543800" cy="4716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4000"/>
                <a:buFont typeface="Calibri"/>
                <a:buNone/>
              </a:pPr>
              <a:r>
                <a:rPr b="1" lang="en-US" sz="2400">
                  <a:solidFill>
                    <a:srgbClr val="0B5394"/>
                  </a:solidFill>
                  <a:latin typeface="Poppins SemiBold"/>
                  <a:ea typeface="Poppins SemiBold"/>
                  <a:cs typeface="Poppins SemiBold"/>
                  <a:sym typeface="Poppins SemiBold"/>
                </a:rPr>
                <a:t>fr</a:t>
              </a:r>
              <a:r>
                <a:rPr b="1" lang="en-US" sz="2400">
                  <a:solidFill>
                    <a:srgbClr val="0B5394"/>
                  </a:solidFill>
                  <a:latin typeface="Poppins SemiBold"/>
                  <a:ea typeface="Poppins SemiBold"/>
                  <a:cs typeface="Poppins SemiBold"/>
                  <a:sym typeface="Poppins SemiBold"/>
                </a:rPr>
                <a:t>_CA</a:t>
              </a:r>
              <a:endParaRPr b="1" sz="2400">
                <a:solidFill>
                  <a:srgbClr val="0B5394"/>
                </a:solidFill>
                <a:latin typeface="Arial"/>
                <a:ea typeface="Arial"/>
                <a:cs typeface="Arial"/>
                <a:sym typeface="Arial"/>
              </a:endParaRPr>
            </a:p>
          </p:txBody>
        </p:sp>
      </p:grpSp>
      <p:cxnSp>
        <p:nvCxnSpPr>
          <p:cNvPr id="401" name="Google Shape;401;p66"/>
          <p:cNvCxnSpPr/>
          <p:nvPr/>
        </p:nvCxnSpPr>
        <p:spPr>
          <a:xfrm>
            <a:off x="8272472" y="2697301"/>
            <a:ext cx="0" cy="2295600"/>
          </a:xfrm>
          <a:prstGeom prst="straightConnector1">
            <a:avLst/>
          </a:prstGeom>
          <a:noFill/>
          <a:ln cap="flat" cmpd="sng" w="9525">
            <a:solidFill>
              <a:srgbClr val="D8D8D8"/>
            </a:solidFill>
            <a:prstDash val="dash"/>
            <a:miter lim="800000"/>
            <a:headEnd len="sm" w="sm" type="none"/>
            <a:tailEnd len="sm" w="sm" type="none"/>
          </a:ln>
        </p:spPr>
      </p:cxn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7"/>
          <p:cNvSpPr txBox="1"/>
          <p:nvPr/>
        </p:nvSpPr>
        <p:spPr>
          <a:xfrm>
            <a:off x="2261937" y="651851"/>
            <a:ext cx="7928700" cy="8163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Calibri"/>
              <a:buNone/>
            </a:pPr>
            <a:r>
              <a:rPr b="1" lang="en-US" sz="4400">
                <a:solidFill>
                  <a:srgbClr val="3A3838"/>
                </a:solidFill>
                <a:latin typeface="Poppins SemiBold"/>
                <a:ea typeface="Poppins SemiBold"/>
                <a:cs typeface="Poppins SemiBold"/>
                <a:sym typeface="Poppins SemiBold"/>
              </a:rPr>
              <a:t>Localization</a:t>
            </a:r>
            <a:r>
              <a:rPr b="1" lang="en-US" sz="4400">
                <a:solidFill>
                  <a:srgbClr val="3A3838"/>
                </a:solidFill>
                <a:latin typeface="Poppins SemiBold"/>
                <a:ea typeface="Poppins SemiBold"/>
                <a:cs typeface="Poppins SemiBold"/>
                <a:sym typeface="Poppins SemiBold"/>
              </a:rPr>
              <a:t> </a:t>
            </a:r>
            <a:r>
              <a:rPr b="1" lang="en-US" sz="4400">
                <a:solidFill>
                  <a:srgbClr val="FF0000"/>
                </a:solidFill>
                <a:latin typeface="Poppins SemiBold"/>
                <a:ea typeface="Poppins SemiBold"/>
                <a:cs typeface="Poppins SemiBold"/>
                <a:sym typeface="Poppins SemiBold"/>
              </a:rPr>
              <a:t>≠</a:t>
            </a:r>
            <a:r>
              <a:rPr b="1" lang="en-US" sz="4400">
                <a:solidFill>
                  <a:srgbClr val="3A3838"/>
                </a:solidFill>
                <a:latin typeface="Poppins SemiBold"/>
                <a:ea typeface="Poppins SemiBold"/>
                <a:cs typeface="Poppins SemiBold"/>
                <a:sym typeface="Poppins SemiBold"/>
              </a:rPr>
              <a:t> Translation</a:t>
            </a:r>
            <a:endParaRPr sz="4400">
              <a:solidFill>
                <a:srgbClr val="3A3838"/>
              </a:solidFill>
              <a:latin typeface="Poppins"/>
              <a:ea typeface="Poppins"/>
              <a:cs typeface="Poppins"/>
              <a:sym typeface="Poppins"/>
            </a:endParaRPr>
          </a:p>
          <a:p>
            <a:pPr indent="0" lvl="0" marL="0" marR="0" rtl="0" algn="ctr">
              <a:lnSpc>
                <a:spcPct val="90000"/>
              </a:lnSpc>
              <a:spcBef>
                <a:spcPts val="0"/>
              </a:spcBef>
              <a:spcAft>
                <a:spcPts val="0"/>
              </a:spcAft>
              <a:buClr>
                <a:schemeClr val="dk1"/>
              </a:buClr>
              <a:buSzPts val="4000"/>
              <a:buFont typeface="Calibri"/>
              <a:buNone/>
            </a:pPr>
            <a:r>
              <a:t/>
            </a:r>
            <a:endParaRPr b="1" sz="4400">
              <a:solidFill>
                <a:srgbClr val="3A3838"/>
              </a:solidFill>
              <a:latin typeface="Poppins SemiBold"/>
              <a:ea typeface="Poppins SemiBold"/>
              <a:cs typeface="Poppins SemiBold"/>
              <a:sym typeface="Poppins SemiBold"/>
            </a:endParaRPr>
          </a:p>
        </p:txBody>
      </p:sp>
      <p:graphicFrame>
        <p:nvGraphicFramePr>
          <p:cNvPr id="407" name="Google Shape;407;p67"/>
          <p:cNvGraphicFramePr/>
          <p:nvPr/>
        </p:nvGraphicFramePr>
        <p:xfrm>
          <a:off x="1059575" y="1835050"/>
          <a:ext cx="3000000" cy="3000000"/>
        </p:xfrm>
        <a:graphic>
          <a:graphicData uri="http://schemas.openxmlformats.org/drawingml/2006/table">
            <a:tbl>
              <a:tblPr>
                <a:noFill/>
                <a:tableStyleId>{A1D6068F-7907-4920-B525-E6EED4BAB04A}</a:tableStyleId>
              </a:tblPr>
              <a:tblGrid>
                <a:gridCol w="5143500"/>
                <a:gridCol w="5143500"/>
              </a:tblGrid>
              <a:tr h="381000">
                <a:tc>
                  <a:txBody>
                    <a:bodyPr/>
                    <a:lstStyle/>
                    <a:p>
                      <a:pPr indent="0" lvl="0" marL="0" rtl="0" algn="ctr">
                        <a:lnSpc>
                          <a:spcPct val="163636"/>
                        </a:lnSpc>
                        <a:spcBef>
                          <a:spcPts val="1000"/>
                        </a:spcBef>
                        <a:spcAft>
                          <a:spcPts val="0"/>
                        </a:spcAft>
                        <a:buClr>
                          <a:schemeClr val="accent3"/>
                        </a:buClr>
                        <a:buSzPts val="1100"/>
                        <a:buFont typeface="Arial"/>
                        <a:buNone/>
                      </a:pPr>
                      <a:r>
                        <a:rPr lang="en-US" sz="2400">
                          <a:solidFill>
                            <a:srgbClr val="3A3838"/>
                          </a:solidFill>
                          <a:latin typeface="Poppins"/>
                          <a:ea typeface="Poppins"/>
                          <a:cs typeface="Poppins"/>
                          <a:sym typeface="Poppins"/>
                        </a:rPr>
                        <a:t>Text Direction (Vertical, RTL)</a:t>
                      </a:r>
                      <a:endParaRPr sz="2400">
                        <a:solidFill>
                          <a:srgbClr val="3A3838"/>
                        </a:solidFill>
                        <a:latin typeface="Poppins"/>
                        <a:ea typeface="Poppins"/>
                        <a:cs typeface="Poppins"/>
                        <a:sym typeface="Poppins"/>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2400">
                          <a:solidFill>
                            <a:srgbClr val="3A3838"/>
                          </a:solidFill>
                          <a:latin typeface="Poppins"/>
                          <a:ea typeface="Poppins"/>
                          <a:cs typeface="Poppins"/>
                          <a:sym typeface="Poppins"/>
                        </a:rPr>
                        <a:t>Japanese, Arabic</a:t>
                      </a:r>
                      <a:endParaRPr sz="2400">
                        <a:solidFill>
                          <a:srgbClr val="3A3838"/>
                        </a:solidFill>
                        <a:latin typeface="Poppins"/>
                        <a:ea typeface="Poppins"/>
                        <a:cs typeface="Poppins"/>
                        <a:sym typeface="Poppins"/>
                      </a:endParaRPr>
                    </a:p>
                  </a:txBody>
                  <a:tcPr marT="91425" marB="91425" marR="91425" marL="91425"/>
                </a:tc>
              </a:tr>
              <a:tr h="381000">
                <a:tc>
                  <a:txBody>
                    <a:bodyPr/>
                    <a:lstStyle/>
                    <a:p>
                      <a:pPr indent="0" lvl="0" marL="0" rtl="0" algn="ctr">
                        <a:lnSpc>
                          <a:spcPct val="163636"/>
                        </a:lnSpc>
                        <a:spcBef>
                          <a:spcPts val="1000"/>
                        </a:spcBef>
                        <a:spcAft>
                          <a:spcPts val="0"/>
                        </a:spcAft>
                        <a:buClr>
                          <a:schemeClr val="dk1"/>
                        </a:buClr>
                        <a:buSzPts val="1100"/>
                        <a:buFont typeface="Arial"/>
                        <a:buNone/>
                      </a:pPr>
                      <a:r>
                        <a:rPr lang="en-US" sz="2400">
                          <a:solidFill>
                            <a:srgbClr val="3A3838"/>
                          </a:solidFill>
                          <a:latin typeface="Poppins"/>
                          <a:ea typeface="Poppins"/>
                          <a:cs typeface="Poppins"/>
                          <a:sym typeface="Poppins"/>
                        </a:rPr>
                        <a:t>Currency, Symbol Placement</a:t>
                      </a:r>
                      <a:endParaRPr sz="2400">
                        <a:solidFill>
                          <a:srgbClr val="3A3838"/>
                        </a:solidFill>
                        <a:latin typeface="Poppins"/>
                        <a:ea typeface="Poppins"/>
                        <a:cs typeface="Poppins"/>
                        <a:sym typeface="Poppins"/>
                      </a:endParaRPr>
                    </a:p>
                  </a:txBody>
                  <a:tcPr marT="91425" marB="91425" marR="91425" marL="91425"/>
                </a:tc>
                <a:tc>
                  <a:txBody>
                    <a:bodyPr/>
                    <a:lstStyle/>
                    <a:p>
                      <a:pPr indent="0" lvl="0" marL="0" rtl="0" algn="l">
                        <a:spcBef>
                          <a:spcPts val="0"/>
                        </a:spcBef>
                        <a:spcAft>
                          <a:spcPts val="0"/>
                        </a:spcAft>
                        <a:buNone/>
                      </a:pPr>
                      <a:r>
                        <a:rPr lang="en-US" sz="2400">
                          <a:solidFill>
                            <a:schemeClr val="accent6"/>
                          </a:solidFill>
                          <a:latin typeface="Poppins"/>
                          <a:ea typeface="Poppins"/>
                          <a:cs typeface="Poppins"/>
                          <a:sym typeface="Poppins"/>
                        </a:rPr>
                        <a:t>en_US:</a:t>
                      </a:r>
                      <a:r>
                        <a:rPr lang="en-US" sz="2400">
                          <a:solidFill>
                            <a:srgbClr val="3A3838"/>
                          </a:solidFill>
                          <a:latin typeface="Poppins"/>
                          <a:ea typeface="Poppins"/>
                          <a:cs typeface="Poppins"/>
                          <a:sym typeface="Poppins"/>
                        </a:rPr>
                        <a:t> € 123,456.78</a:t>
                      </a:r>
                      <a:endParaRPr sz="2400">
                        <a:solidFill>
                          <a:srgbClr val="3A3838"/>
                        </a:solidFill>
                        <a:latin typeface="Poppins"/>
                        <a:ea typeface="Poppins"/>
                        <a:cs typeface="Poppins"/>
                        <a:sym typeface="Poppins"/>
                      </a:endParaRPr>
                    </a:p>
                    <a:p>
                      <a:pPr indent="0" lvl="0" marL="0" rtl="0" algn="l">
                        <a:spcBef>
                          <a:spcPts val="0"/>
                        </a:spcBef>
                        <a:spcAft>
                          <a:spcPts val="0"/>
                        </a:spcAft>
                        <a:buNone/>
                      </a:pPr>
                      <a:r>
                        <a:rPr lang="en-US" sz="2400">
                          <a:solidFill>
                            <a:schemeClr val="accent6"/>
                          </a:solidFill>
                          <a:latin typeface="Poppins"/>
                          <a:ea typeface="Poppins"/>
                          <a:cs typeface="Poppins"/>
                          <a:sym typeface="Poppins"/>
                        </a:rPr>
                        <a:t>de_DE: </a:t>
                      </a:r>
                      <a:r>
                        <a:rPr lang="en-US" sz="2400">
                          <a:solidFill>
                            <a:srgbClr val="3A3838"/>
                          </a:solidFill>
                          <a:latin typeface="Poppins"/>
                          <a:ea typeface="Poppins"/>
                          <a:cs typeface="Poppins"/>
                          <a:sym typeface="Poppins"/>
                        </a:rPr>
                        <a:t>123.456,78 €</a:t>
                      </a:r>
                      <a:endParaRPr sz="2400">
                        <a:solidFill>
                          <a:srgbClr val="3A3838"/>
                        </a:solidFill>
                        <a:latin typeface="Poppins"/>
                        <a:ea typeface="Poppins"/>
                        <a:cs typeface="Poppins"/>
                        <a:sym typeface="Poppins"/>
                      </a:endParaRPr>
                    </a:p>
                    <a:p>
                      <a:pPr indent="0" lvl="0" marL="0" rtl="0" algn="l">
                        <a:spcBef>
                          <a:spcPts val="0"/>
                        </a:spcBef>
                        <a:spcAft>
                          <a:spcPts val="0"/>
                        </a:spcAft>
                        <a:buNone/>
                      </a:pPr>
                      <a:r>
                        <a:rPr lang="en-US" sz="2400">
                          <a:solidFill>
                            <a:schemeClr val="accent6"/>
                          </a:solidFill>
                          <a:latin typeface="Poppins"/>
                          <a:ea typeface="Poppins"/>
                          <a:cs typeface="Poppins"/>
                          <a:sym typeface="Poppins"/>
                        </a:rPr>
                        <a:t>de_AT:</a:t>
                      </a:r>
                      <a:r>
                        <a:rPr lang="en-US" sz="2400">
                          <a:solidFill>
                            <a:srgbClr val="3A3838"/>
                          </a:solidFill>
                          <a:latin typeface="Poppins"/>
                          <a:ea typeface="Poppins"/>
                          <a:cs typeface="Poppins"/>
                          <a:sym typeface="Poppins"/>
                        </a:rPr>
                        <a:t> € 123 456,78</a:t>
                      </a:r>
                      <a:endParaRPr sz="2400">
                        <a:solidFill>
                          <a:srgbClr val="3A3838"/>
                        </a:solidFill>
                        <a:latin typeface="Poppins"/>
                        <a:ea typeface="Poppins"/>
                        <a:cs typeface="Poppins"/>
                        <a:sym typeface="Poppins"/>
                      </a:endParaRPr>
                    </a:p>
                  </a:txBody>
                  <a:tcPr marT="91425" marB="91425" marR="91425" marL="91425"/>
                </a:tc>
              </a:tr>
              <a:tr h="381000">
                <a:tc>
                  <a:txBody>
                    <a:bodyPr/>
                    <a:lstStyle/>
                    <a:p>
                      <a:pPr indent="0" lvl="0" marL="0" rtl="0" algn="ctr">
                        <a:lnSpc>
                          <a:spcPct val="163636"/>
                        </a:lnSpc>
                        <a:spcBef>
                          <a:spcPts val="1000"/>
                        </a:spcBef>
                        <a:spcAft>
                          <a:spcPts val="0"/>
                        </a:spcAft>
                        <a:buNone/>
                      </a:pPr>
                      <a:r>
                        <a:rPr lang="en-US" sz="2400">
                          <a:solidFill>
                            <a:srgbClr val="3A3838"/>
                          </a:solidFill>
                          <a:latin typeface="Poppins"/>
                          <a:ea typeface="Poppins"/>
                          <a:cs typeface="Poppins"/>
                          <a:sym typeface="Poppins"/>
                        </a:rPr>
                        <a:t>Date and Time</a:t>
                      </a:r>
                      <a:endParaRPr sz="2400">
                        <a:solidFill>
                          <a:srgbClr val="3A3838"/>
                        </a:solidFill>
                        <a:latin typeface="Poppins"/>
                        <a:ea typeface="Poppins"/>
                        <a:cs typeface="Poppins"/>
                        <a:sym typeface="Poppi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lnSpc>
                          <a:spcPct val="163636"/>
                        </a:lnSpc>
                        <a:spcBef>
                          <a:spcPts val="1000"/>
                        </a:spcBef>
                        <a:spcAft>
                          <a:spcPts val="0"/>
                        </a:spcAft>
                        <a:buClr>
                          <a:schemeClr val="dk1"/>
                        </a:buClr>
                        <a:buSzPts val="1100"/>
                        <a:buFont typeface="Arial"/>
                        <a:buNone/>
                      </a:pPr>
                      <a:r>
                        <a:rPr lang="en-US" sz="2400">
                          <a:solidFill>
                            <a:schemeClr val="accent6"/>
                          </a:solidFill>
                          <a:latin typeface="Poppins"/>
                          <a:ea typeface="Poppins"/>
                          <a:cs typeface="Poppins"/>
                          <a:sym typeface="Poppins"/>
                        </a:rPr>
                        <a:t>2/12</a:t>
                      </a:r>
                      <a:r>
                        <a:rPr lang="en-US" sz="2400">
                          <a:solidFill>
                            <a:srgbClr val="3A3838"/>
                          </a:solidFill>
                          <a:latin typeface="Poppins"/>
                          <a:ea typeface="Poppins"/>
                          <a:cs typeface="Poppins"/>
                          <a:sym typeface="Poppins"/>
                        </a:rPr>
                        <a:t>/19</a:t>
                      </a:r>
                      <a:endParaRPr sz="2400">
                        <a:solidFill>
                          <a:srgbClr val="3A3838"/>
                        </a:solidFill>
                        <a:latin typeface="Poppins"/>
                        <a:ea typeface="Poppins"/>
                        <a:cs typeface="Poppins"/>
                        <a:sym typeface="Poppi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r>
              <a:tr h="381000">
                <a:tc>
                  <a:txBody>
                    <a:bodyPr/>
                    <a:lstStyle/>
                    <a:p>
                      <a:pPr indent="0" lvl="0" marL="0" rtl="0" algn="ctr">
                        <a:lnSpc>
                          <a:spcPct val="163636"/>
                        </a:lnSpc>
                        <a:spcBef>
                          <a:spcPts val="1000"/>
                        </a:spcBef>
                        <a:spcAft>
                          <a:spcPts val="0"/>
                        </a:spcAft>
                        <a:buNone/>
                      </a:pPr>
                      <a:r>
                        <a:rPr lang="en-US" sz="2400">
                          <a:solidFill>
                            <a:srgbClr val="3A3838"/>
                          </a:solidFill>
                          <a:latin typeface="Poppins"/>
                          <a:ea typeface="Poppins"/>
                          <a:cs typeface="Poppins"/>
                          <a:sym typeface="Poppins"/>
                        </a:rPr>
                        <a:t>Masculine vs. Feminine</a:t>
                      </a:r>
                      <a:endParaRPr sz="2400">
                        <a:solidFill>
                          <a:srgbClr val="3A3838"/>
                        </a:solidFill>
                        <a:latin typeface="Poppins"/>
                        <a:ea typeface="Poppins"/>
                        <a:cs typeface="Poppins"/>
                        <a:sym typeface="Poppins"/>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lnSpc>
                          <a:spcPct val="163636"/>
                        </a:lnSpc>
                        <a:spcBef>
                          <a:spcPts val="1000"/>
                        </a:spcBef>
                        <a:spcAft>
                          <a:spcPts val="0"/>
                        </a:spcAft>
                        <a:buClr>
                          <a:schemeClr val="dk1"/>
                        </a:buClr>
                        <a:buSzPts val="1100"/>
                        <a:buFont typeface="Arial"/>
                        <a:buNone/>
                      </a:pPr>
                      <a:r>
                        <a:rPr lang="en-US" sz="2400">
                          <a:solidFill>
                            <a:schemeClr val="accent6"/>
                          </a:solidFill>
                          <a:latin typeface="Poppins"/>
                          <a:ea typeface="Poppins"/>
                          <a:cs typeface="Poppins"/>
                          <a:sym typeface="Poppins"/>
                        </a:rPr>
                        <a:t>la</a:t>
                      </a:r>
                      <a:r>
                        <a:rPr lang="en-US" sz="2400">
                          <a:solidFill>
                            <a:srgbClr val="3A3838"/>
                          </a:solidFill>
                          <a:latin typeface="Poppins"/>
                          <a:ea typeface="Poppins"/>
                          <a:cs typeface="Poppins"/>
                          <a:sym typeface="Poppins"/>
                        </a:rPr>
                        <a:t> biblioteca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11" name="Shape 411"/>
        <p:cNvGrpSpPr/>
        <p:nvPr/>
      </p:nvGrpSpPr>
      <p:grpSpPr>
        <a:xfrm>
          <a:off x="0" y="0"/>
          <a:ext cx="0" cy="0"/>
          <a:chOff x="0" y="0"/>
          <a:chExt cx="0" cy="0"/>
        </a:xfrm>
      </p:grpSpPr>
      <p:pic>
        <p:nvPicPr>
          <p:cNvPr id="412" name="Google Shape;412;p68"/>
          <p:cNvPicPr preferRelativeResize="0"/>
          <p:nvPr/>
        </p:nvPicPr>
        <p:blipFill>
          <a:blip r:embed="rId3">
            <a:alphaModFix/>
          </a:blip>
          <a:stretch>
            <a:fillRect/>
          </a:stretch>
        </p:blipFill>
        <p:spPr>
          <a:xfrm>
            <a:off x="0" y="345150"/>
            <a:ext cx="6247806" cy="6341525"/>
          </a:xfrm>
          <a:prstGeom prst="rect">
            <a:avLst/>
          </a:prstGeom>
          <a:noFill/>
          <a:ln>
            <a:noFill/>
          </a:ln>
        </p:spPr>
      </p:pic>
      <p:pic>
        <p:nvPicPr>
          <p:cNvPr id="413" name="Google Shape;413;p68"/>
          <p:cNvPicPr preferRelativeResize="0"/>
          <p:nvPr/>
        </p:nvPicPr>
        <p:blipFill rotWithShape="1">
          <a:blip r:embed="rId4">
            <a:alphaModFix/>
          </a:blip>
          <a:srcRect b="0" l="-1502" r="0" t="-1502"/>
          <a:stretch/>
        </p:blipFill>
        <p:spPr>
          <a:xfrm>
            <a:off x="6265325" y="268950"/>
            <a:ext cx="6341526" cy="6341526"/>
          </a:xfrm>
          <a:prstGeom prst="rect">
            <a:avLst/>
          </a:prstGeom>
          <a:noFill/>
          <a:ln>
            <a:noFill/>
          </a:ln>
          <a:effectLst>
            <a:outerShdw blurRad="57150" rotWithShape="0" algn="bl" dir="5400000" dist="19050">
              <a:srgbClr val="000000">
                <a:alpha val="50000"/>
              </a:srgbClr>
            </a:outerShdw>
          </a:effectLst>
        </p:spPr>
      </p:pic>
    </p:spTree>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9"/>
          <p:cNvSpPr txBox="1"/>
          <p:nvPr/>
        </p:nvSpPr>
        <p:spPr>
          <a:xfrm>
            <a:off x="2261937" y="651851"/>
            <a:ext cx="7928700" cy="8163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4000"/>
              <a:buFont typeface="Calibri"/>
              <a:buNone/>
            </a:pPr>
            <a:r>
              <a:rPr b="1" lang="en-US" sz="4400">
                <a:solidFill>
                  <a:srgbClr val="3A3838"/>
                </a:solidFill>
                <a:latin typeface="Poppins SemiBold"/>
                <a:ea typeface="Poppins SemiBold"/>
                <a:cs typeface="Poppins SemiBold"/>
                <a:sym typeface="Poppins SemiBold"/>
              </a:rPr>
              <a:t>Localization vs. Internationalization</a:t>
            </a:r>
            <a:endParaRPr b="1" sz="4000">
              <a:solidFill>
                <a:srgbClr val="3A3838"/>
              </a:solidFill>
              <a:latin typeface="Arial"/>
              <a:ea typeface="Arial"/>
              <a:cs typeface="Arial"/>
              <a:sym typeface="Arial"/>
            </a:endParaRPr>
          </a:p>
        </p:txBody>
      </p:sp>
      <p:sp>
        <p:nvSpPr>
          <p:cNvPr id="419" name="Google Shape;419;p69"/>
          <p:cNvSpPr txBox="1"/>
          <p:nvPr/>
        </p:nvSpPr>
        <p:spPr>
          <a:xfrm>
            <a:off x="6684375" y="4583425"/>
            <a:ext cx="4647600" cy="15717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A3838"/>
              </a:buClr>
              <a:buSzPts val="1200"/>
              <a:buFont typeface="Arial"/>
              <a:buNone/>
            </a:pPr>
            <a:r>
              <a:rPr b="1" lang="en-US" sz="1800">
                <a:solidFill>
                  <a:srgbClr val="3A3838"/>
                </a:solidFill>
                <a:latin typeface="Poppins SemiBold"/>
                <a:ea typeface="Poppins SemiBold"/>
                <a:cs typeface="Poppins SemiBold"/>
                <a:sym typeface="Poppins SemiBold"/>
              </a:rPr>
              <a:t>i</a:t>
            </a:r>
            <a:r>
              <a:rPr b="1" lang="en-US" sz="1800">
                <a:solidFill>
                  <a:schemeClr val="accent6"/>
                </a:solidFill>
                <a:latin typeface="Poppins SemiBold"/>
                <a:ea typeface="Poppins SemiBold"/>
                <a:cs typeface="Poppins SemiBold"/>
                <a:sym typeface="Poppins SemiBold"/>
              </a:rPr>
              <a:t>nternationalizatio</a:t>
            </a:r>
            <a:r>
              <a:rPr b="1" lang="en-US" sz="1800">
                <a:solidFill>
                  <a:srgbClr val="3A3838"/>
                </a:solidFill>
                <a:latin typeface="Poppins SemiBold"/>
                <a:ea typeface="Poppins SemiBold"/>
                <a:cs typeface="Poppins SemiBold"/>
                <a:sym typeface="Poppins SemiBold"/>
              </a:rPr>
              <a:t>n</a:t>
            </a:r>
            <a:endParaRPr sz="1800"/>
          </a:p>
          <a:p>
            <a:pPr indent="0" lvl="0" marL="0" marR="0" rtl="0" algn="ctr">
              <a:lnSpc>
                <a:spcPct val="163636"/>
              </a:lnSpc>
              <a:spcBef>
                <a:spcPts val="1000"/>
              </a:spcBef>
              <a:spcAft>
                <a:spcPts val="0"/>
              </a:spcAft>
              <a:buClr>
                <a:srgbClr val="A5A5A5"/>
              </a:buClr>
              <a:buSzPts val="1100"/>
              <a:buFont typeface="Arial"/>
              <a:buNone/>
            </a:pPr>
            <a:r>
              <a:rPr lang="en-US" sz="1800">
                <a:solidFill>
                  <a:srgbClr val="A5A5A5"/>
                </a:solidFill>
                <a:latin typeface="Poppins"/>
                <a:ea typeface="Poppins"/>
                <a:cs typeface="Poppins"/>
                <a:sym typeface="Poppins"/>
              </a:rPr>
              <a:t>Enabling your application to support localization.  </a:t>
            </a:r>
            <a:endParaRPr sz="1800">
              <a:solidFill>
                <a:srgbClr val="A5A5A5"/>
              </a:solidFill>
              <a:latin typeface="Poppins"/>
              <a:ea typeface="Poppins"/>
              <a:cs typeface="Poppins"/>
              <a:sym typeface="Poppins"/>
            </a:endParaRPr>
          </a:p>
          <a:p>
            <a:pPr indent="0" lvl="0" marL="0" marR="0" rtl="0" algn="ctr">
              <a:lnSpc>
                <a:spcPct val="163636"/>
              </a:lnSpc>
              <a:spcBef>
                <a:spcPts val="1000"/>
              </a:spcBef>
              <a:spcAft>
                <a:spcPts val="0"/>
              </a:spcAft>
              <a:buClr>
                <a:srgbClr val="A5A5A5"/>
              </a:buClr>
              <a:buSzPts val="1100"/>
              <a:buFont typeface="Arial"/>
              <a:buNone/>
            </a:pPr>
            <a:r>
              <a:rPr lang="en-US" sz="1800">
                <a:solidFill>
                  <a:srgbClr val="A5A5A5"/>
                </a:solidFill>
                <a:latin typeface="Poppins"/>
                <a:ea typeface="Poppins"/>
                <a:cs typeface="Poppins"/>
                <a:sym typeface="Poppins"/>
              </a:rPr>
              <a:t>Culture, language INDEPENDENT</a:t>
            </a:r>
            <a:endParaRPr b="1" sz="1800">
              <a:solidFill>
                <a:srgbClr val="A5A5A5"/>
              </a:solidFill>
              <a:latin typeface="Poppins"/>
              <a:ea typeface="Poppins"/>
              <a:cs typeface="Poppins"/>
              <a:sym typeface="Poppins"/>
            </a:endParaRPr>
          </a:p>
        </p:txBody>
      </p:sp>
      <p:sp>
        <p:nvSpPr>
          <p:cNvPr id="420" name="Google Shape;420;p69"/>
          <p:cNvSpPr txBox="1"/>
          <p:nvPr/>
        </p:nvSpPr>
        <p:spPr>
          <a:xfrm>
            <a:off x="1549300" y="4583425"/>
            <a:ext cx="4079100" cy="15717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A3838"/>
              </a:buClr>
              <a:buSzPts val="1200"/>
              <a:buFont typeface="Arial"/>
              <a:buNone/>
            </a:pPr>
            <a:r>
              <a:rPr b="1" lang="en-US" sz="1800">
                <a:solidFill>
                  <a:srgbClr val="3A3838"/>
                </a:solidFill>
                <a:latin typeface="Poppins SemiBold"/>
                <a:ea typeface="Poppins SemiBold"/>
                <a:cs typeface="Poppins SemiBold"/>
                <a:sym typeface="Poppins SemiBold"/>
              </a:rPr>
              <a:t>l</a:t>
            </a:r>
            <a:r>
              <a:rPr b="1" lang="en-US" sz="1800">
                <a:solidFill>
                  <a:schemeClr val="accent1"/>
                </a:solidFill>
                <a:latin typeface="Poppins SemiBold"/>
                <a:ea typeface="Poppins SemiBold"/>
                <a:cs typeface="Poppins SemiBold"/>
                <a:sym typeface="Poppins SemiBold"/>
              </a:rPr>
              <a:t>ocalizatio</a:t>
            </a:r>
            <a:r>
              <a:rPr b="1" lang="en-US" sz="1800">
                <a:solidFill>
                  <a:srgbClr val="3A3838"/>
                </a:solidFill>
                <a:latin typeface="Poppins SemiBold"/>
                <a:ea typeface="Poppins SemiBold"/>
                <a:cs typeface="Poppins SemiBold"/>
                <a:sym typeface="Poppins SemiBold"/>
              </a:rPr>
              <a:t>n</a:t>
            </a:r>
            <a:endParaRPr sz="1800"/>
          </a:p>
          <a:p>
            <a:pPr indent="0" lvl="0" marL="0" marR="0" rtl="0" algn="ctr">
              <a:lnSpc>
                <a:spcPct val="163636"/>
              </a:lnSpc>
              <a:spcBef>
                <a:spcPts val="1000"/>
              </a:spcBef>
              <a:spcAft>
                <a:spcPts val="0"/>
              </a:spcAft>
              <a:buClr>
                <a:srgbClr val="A5A5A5"/>
              </a:buClr>
              <a:buSzPts val="1100"/>
              <a:buFont typeface="Arial"/>
              <a:buNone/>
            </a:pPr>
            <a:r>
              <a:rPr lang="en-US" sz="1800">
                <a:solidFill>
                  <a:srgbClr val="A5A5A5"/>
                </a:solidFill>
                <a:latin typeface="Poppins"/>
                <a:ea typeface="Poppins"/>
                <a:cs typeface="Poppins"/>
                <a:sym typeface="Poppins"/>
              </a:rPr>
              <a:t>Adapt your system for each locale (culture, language)</a:t>
            </a:r>
            <a:endParaRPr sz="1800">
              <a:solidFill>
                <a:srgbClr val="B7B7B7"/>
              </a:solidFill>
              <a:latin typeface="Poppins"/>
              <a:ea typeface="Poppins"/>
              <a:cs typeface="Poppins"/>
              <a:sym typeface="Poppins"/>
            </a:endParaRPr>
          </a:p>
        </p:txBody>
      </p:sp>
      <p:cxnSp>
        <p:nvCxnSpPr>
          <p:cNvPr id="421" name="Google Shape;421;p69"/>
          <p:cNvCxnSpPr/>
          <p:nvPr/>
        </p:nvCxnSpPr>
        <p:spPr>
          <a:xfrm>
            <a:off x="6226272" y="2932576"/>
            <a:ext cx="0" cy="2295600"/>
          </a:xfrm>
          <a:prstGeom prst="straightConnector1">
            <a:avLst/>
          </a:prstGeom>
          <a:noFill/>
          <a:ln cap="flat" cmpd="sng" w="9525">
            <a:solidFill>
              <a:srgbClr val="D8D8D8"/>
            </a:solidFill>
            <a:prstDash val="dash"/>
            <a:miter lim="800000"/>
            <a:headEnd len="sm" w="sm" type="none"/>
            <a:tailEnd len="sm" w="sm" type="none"/>
          </a:ln>
        </p:spPr>
      </p:cxnSp>
      <p:grpSp>
        <p:nvGrpSpPr>
          <p:cNvPr id="422" name="Google Shape;422;p69"/>
          <p:cNvGrpSpPr/>
          <p:nvPr/>
        </p:nvGrpSpPr>
        <p:grpSpPr>
          <a:xfrm>
            <a:off x="8045720" y="2465687"/>
            <a:ext cx="1798500" cy="1740900"/>
            <a:chOff x="2235945" y="2615724"/>
            <a:chExt cx="1798500" cy="1740900"/>
          </a:xfrm>
        </p:grpSpPr>
        <p:sp>
          <p:nvSpPr>
            <p:cNvPr id="423" name="Google Shape;423;p69"/>
            <p:cNvSpPr/>
            <p:nvPr/>
          </p:nvSpPr>
          <p:spPr>
            <a:xfrm>
              <a:off x="2235945" y="2615724"/>
              <a:ext cx="1798500" cy="1740900"/>
            </a:xfrm>
            <a:prstGeom prst="ellipse">
              <a:avLst/>
            </a:prstGeom>
            <a:solidFill>
              <a:srgbClr val="D9EAD3"/>
            </a:solidFill>
            <a:ln cap="flat" cmpd="sng" w="1905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4" name="Google Shape;424;p69"/>
            <p:cNvSpPr txBox="1"/>
            <p:nvPr/>
          </p:nvSpPr>
          <p:spPr>
            <a:xfrm>
              <a:off x="2701848" y="3250375"/>
              <a:ext cx="866700" cy="4716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4000"/>
                <a:buFont typeface="Calibri"/>
                <a:buNone/>
              </a:pPr>
              <a:r>
                <a:rPr b="1" lang="en-US" sz="2400">
                  <a:solidFill>
                    <a:srgbClr val="6AA84F"/>
                  </a:solidFill>
                  <a:latin typeface="Poppins SemiBold"/>
                  <a:ea typeface="Poppins SemiBold"/>
                  <a:cs typeface="Poppins SemiBold"/>
                  <a:sym typeface="Poppins SemiBold"/>
                </a:rPr>
                <a:t>i</a:t>
              </a:r>
              <a:r>
                <a:rPr b="1" lang="en-US" sz="2400">
                  <a:solidFill>
                    <a:srgbClr val="6AA84F"/>
                  </a:solidFill>
                  <a:latin typeface="Poppins SemiBold"/>
                  <a:ea typeface="Poppins SemiBold"/>
                  <a:cs typeface="Poppins SemiBold"/>
                  <a:sym typeface="Poppins SemiBold"/>
                </a:rPr>
                <a:t>18n</a:t>
              </a:r>
              <a:endParaRPr b="1" sz="2400">
                <a:solidFill>
                  <a:srgbClr val="6AA84F"/>
                </a:solidFill>
                <a:latin typeface="Arial"/>
                <a:ea typeface="Arial"/>
                <a:cs typeface="Arial"/>
                <a:sym typeface="Arial"/>
              </a:endParaRPr>
            </a:p>
          </p:txBody>
        </p:sp>
      </p:grpSp>
      <p:grpSp>
        <p:nvGrpSpPr>
          <p:cNvPr id="425" name="Google Shape;425;p69"/>
          <p:cNvGrpSpPr/>
          <p:nvPr/>
        </p:nvGrpSpPr>
        <p:grpSpPr>
          <a:xfrm>
            <a:off x="2689595" y="2596087"/>
            <a:ext cx="1798500" cy="1740900"/>
            <a:chOff x="6367195" y="2768124"/>
            <a:chExt cx="1798500" cy="1740900"/>
          </a:xfrm>
        </p:grpSpPr>
        <p:sp>
          <p:nvSpPr>
            <p:cNvPr id="426" name="Google Shape;426;p69"/>
            <p:cNvSpPr/>
            <p:nvPr/>
          </p:nvSpPr>
          <p:spPr>
            <a:xfrm>
              <a:off x="6367195" y="2768124"/>
              <a:ext cx="1798500" cy="1740900"/>
            </a:xfrm>
            <a:prstGeom prst="ellipse">
              <a:avLst/>
            </a:prstGeom>
            <a:solidFill>
              <a:srgbClr val="9FC5E8"/>
            </a:solidFill>
            <a:ln cap="flat" cmpd="sng" w="1905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 name="Google Shape;427;p69"/>
            <p:cNvSpPr txBox="1"/>
            <p:nvPr/>
          </p:nvSpPr>
          <p:spPr>
            <a:xfrm>
              <a:off x="6813623" y="3402775"/>
              <a:ext cx="866700" cy="4716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4000"/>
                <a:buFont typeface="Calibri"/>
                <a:buNone/>
              </a:pPr>
              <a:r>
                <a:rPr b="1" lang="en-US" sz="2400">
                  <a:solidFill>
                    <a:srgbClr val="0B5394"/>
                  </a:solidFill>
                  <a:latin typeface="Poppins SemiBold"/>
                  <a:ea typeface="Poppins SemiBold"/>
                  <a:cs typeface="Poppins SemiBold"/>
                  <a:sym typeface="Poppins SemiBold"/>
                </a:rPr>
                <a:t>l10</a:t>
              </a:r>
              <a:r>
                <a:rPr b="1" lang="en-US" sz="2400">
                  <a:solidFill>
                    <a:srgbClr val="0B5394"/>
                  </a:solidFill>
                  <a:latin typeface="Poppins SemiBold"/>
                  <a:ea typeface="Poppins SemiBold"/>
                  <a:cs typeface="Poppins SemiBold"/>
                  <a:sym typeface="Poppins SemiBold"/>
                </a:rPr>
                <a:t>n</a:t>
              </a:r>
              <a:endParaRPr b="1" sz="2400">
                <a:solidFill>
                  <a:srgbClr val="0B5394"/>
                </a:solidFill>
                <a:latin typeface="Arial"/>
                <a:ea typeface="Arial"/>
                <a:cs typeface="Arial"/>
                <a:sym typeface="Arial"/>
              </a:endParaRPr>
            </a:p>
          </p:txBody>
        </p:sp>
      </p:gr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0"/>
                                        </p:tgtEl>
                                        <p:attrNameLst>
                                          <p:attrName>style.visibility</p:attrName>
                                        </p:attrNameLst>
                                      </p:cBhvr>
                                      <p:to>
                                        <p:strVal val="visible"/>
                                      </p:to>
                                    </p:set>
                                    <p:anim calcmode="lin" valueType="num">
                                      <p:cBhvr additive="base">
                                        <p:cTn dur="300"/>
                                        <p:tgtEl>
                                          <p:spTgt spid="42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19"/>
                                        </p:tgtEl>
                                        <p:attrNameLst>
                                          <p:attrName>style.visibility</p:attrName>
                                        </p:attrNameLst>
                                      </p:cBhvr>
                                      <p:to>
                                        <p:strVal val="visible"/>
                                      </p:to>
                                    </p:set>
                                    <p:anim calcmode="lin" valueType="num">
                                      <p:cBhvr additive="base">
                                        <p:cTn dur="300"/>
                                        <p:tgtEl>
                                          <p:spTgt spid="41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0"/>
          <p:cNvSpPr/>
          <p:nvPr/>
        </p:nvSpPr>
        <p:spPr>
          <a:xfrm>
            <a:off x="0" y="0"/>
            <a:ext cx="12192000" cy="6858000"/>
          </a:xfrm>
          <a:prstGeom prst="rect">
            <a:avLst/>
          </a:prstGeom>
          <a:solidFill>
            <a:srgbClr val="171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3" name="Google Shape;433;p70"/>
          <p:cNvSpPr txBox="1"/>
          <p:nvPr/>
        </p:nvSpPr>
        <p:spPr>
          <a:xfrm>
            <a:off x="6335712" y="4746725"/>
            <a:ext cx="4881600" cy="13530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4400"/>
              <a:buFont typeface="Poppins SemiBold"/>
              <a:buNone/>
            </a:pPr>
            <a:r>
              <a:rPr b="1" lang="en-US" sz="4400">
                <a:solidFill>
                  <a:schemeClr val="accent2"/>
                </a:solidFill>
                <a:latin typeface="Poppins SemiBold"/>
                <a:ea typeface="Poppins SemiBold"/>
                <a:cs typeface="Poppins SemiBold"/>
                <a:sym typeface="Poppins SemiBold"/>
              </a:rPr>
              <a:t>THE “HOW”</a:t>
            </a:r>
            <a:endParaRPr b="1" sz="4000">
              <a:solidFill>
                <a:schemeClr val="accent2"/>
              </a:solidFill>
              <a:latin typeface="Arial"/>
              <a:ea typeface="Arial"/>
              <a:cs typeface="Arial"/>
              <a:sym typeface="Arial"/>
            </a:endParaRP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437" name="Shape 437"/>
        <p:cNvGrpSpPr/>
        <p:nvPr/>
      </p:nvGrpSpPr>
      <p:grpSpPr>
        <a:xfrm>
          <a:off x="0" y="0"/>
          <a:ext cx="0" cy="0"/>
          <a:chOff x="0" y="0"/>
          <a:chExt cx="0" cy="0"/>
        </a:xfrm>
      </p:grpSpPr>
      <p:sp>
        <p:nvSpPr>
          <p:cNvPr id="438" name="Google Shape;438;p71"/>
          <p:cNvSpPr txBox="1"/>
          <p:nvPr/>
        </p:nvSpPr>
        <p:spPr>
          <a:xfrm>
            <a:off x="1065125" y="864425"/>
            <a:ext cx="10344300" cy="993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4400"/>
              <a:buFont typeface="Calibri"/>
              <a:buNone/>
            </a:pPr>
            <a:r>
              <a:rPr b="1" lang="en-US" sz="4400">
                <a:solidFill>
                  <a:schemeClr val="lt1"/>
                </a:solidFill>
                <a:latin typeface="Poppins SemiBold"/>
                <a:ea typeface="Poppins SemiBold"/>
                <a:cs typeface="Poppins SemiBold"/>
                <a:sym typeface="Poppins SemiBold"/>
              </a:rPr>
              <a:t>Resource Files: </a:t>
            </a:r>
            <a:endParaRPr b="1" sz="4400">
              <a:solidFill>
                <a:schemeClr val="lt1"/>
              </a:solidFill>
              <a:latin typeface="Poppins SemiBold"/>
              <a:ea typeface="Poppins SemiBold"/>
              <a:cs typeface="Poppins SemiBold"/>
              <a:sym typeface="Poppins SemiBold"/>
            </a:endParaRPr>
          </a:p>
          <a:p>
            <a:pPr indent="0" lvl="0" marL="0" marR="0" rtl="0" algn="l">
              <a:lnSpc>
                <a:spcPct val="120000"/>
              </a:lnSpc>
              <a:spcBef>
                <a:spcPts val="0"/>
              </a:spcBef>
              <a:spcAft>
                <a:spcPts val="0"/>
              </a:spcAft>
              <a:buClr>
                <a:schemeClr val="dk1"/>
              </a:buClr>
              <a:buSzPts val="4400"/>
              <a:buFont typeface="Calibri"/>
              <a:buNone/>
            </a:pPr>
            <a:r>
              <a:rPr b="1" lang="en-US" sz="4400">
                <a:solidFill>
                  <a:schemeClr val="lt1"/>
                </a:solidFill>
                <a:latin typeface="Poppins SemiBold"/>
                <a:ea typeface="Poppins SemiBold"/>
                <a:cs typeface="Poppins SemiBold"/>
                <a:sym typeface="Poppins SemiBold"/>
              </a:rPr>
              <a:t>Client-Side                      Server-Side</a:t>
            </a:r>
            <a:endParaRPr b="1" sz="4400">
              <a:solidFill>
                <a:schemeClr val="lt1"/>
              </a:solidFill>
              <a:latin typeface="Arial"/>
              <a:ea typeface="Arial"/>
              <a:cs typeface="Arial"/>
              <a:sym typeface="Arial"/>
            </a:endParaRPr>
          </a:p>
        </p:txBody>
      </p:sp>
      <p:grpSp>
        <p:nvGrpSpPr>
          <p:cNvPr id="439" name="Google Shape;439;p71"/>
          <p:cNvGrpSpPr/>
          <p:nvPr/>
        </p:nvGrpSpPr>
        <p:grpSpPr>
          <a:xfrm>
            <a:off x="1317800" y="2901800"/>
            <a:ext cx="4696175" cy="2746000"/>
            <a:chOff x="403400" y="2901800"/>
            <a:chExt cx="4696175" cy="2746000"/>
          </a:xfrm>
        </p:grpSpPr>
        <p:sp>
          <p:nvSpPr>
            <p:cNvPr id="440" name="Google Shape;440;p71"/>
            <p:cNvSpPr/>
            <p:nvPr/>
          </p:nvSpPr>
          <p:spPr>
            <a:xfrm>
              <a:off x="403400" y="3048000"/>
              <a:ext cx="4213500" cy="2599800"/>
            </a:xfrm>
            <a:prstGeom prst="rect">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71"/>
            <p:cNvSpPr txBox="1"/>
            <p:nvPr/>
          </p:nvSpPr>
          <p:spPr>
            <a:xfrm>
              <a:off x="1211575" y="2901800"/>
              <a:ext cx="3888000" cy="1902600"/>
            </a:xfrm>
            <a:prstGeom prst="rect">
              <a:avLst/>
            </a:prstGeom>
            <a:noFill/>
            <a:ln>
              <a:noFill/>
            </a:ln>
          </p:spPr>
          <p:txBody>
            <a:bodyPr anchorCtr="0" anchor="t" bIns="45700" lIns="91425" spcFirstLastPara="1" rIns="91425" wrap="square" tIns="45700">
              <a:noAutofit/>
            </a:bodyPr>
            <a:lstStyle/>
            <a:p>
              <a:pPr indent="0" lvl="0" marL="0" marR="0" rtl="0" algn="l">
                <a:lnSpc>
                  <a:spcPct val="128571"/>
                </a:lnSpc>
                <a:spcBef>
                  <a:spcPts val="1000"/>
                </a:spcBef>
                <a:spcAft>
                  <a:spcPts val="0"/>
                </a:spcAft>
                <a:buNone/>
              </a:pPr>
              <a:r>
                <a:t/>
              </a:r>
              <a:endParaRPr b="1" sz="3000">
                <a:solidFill>
                  <a:srgbClr val="FCE5CD"/>
                </a:solidFill>
                <a:latin typeface="Poppins SemiBold"/>
                <a:ea typeface="Poppins SemiBold"/>
                <a:cs typeface="Poppins SemiBold"/>
                <a:sym typeface="Poppins SemiBold"/>
              </a:endParaRPr>
            </a:p>
            <a:p>
              <a:pPr indent="0" lvl="0" marL="457200" marR="0" rtl="0" algn="l">
                <a:lnSpc>
                  <a:spcPct val="128571"/>
                </a:lnSpc>
                <a:spcBef>
                  <a:spcPts val="1000"/>
                </a:spcBef>
                <a:spcAft>
                  <a:spcPts val="0"/>
                </a:spcAft>
                <a:buNone/>
              </a:pPr>
              <a:r>
                <a:rPr b="1" lang="en-US" sz="3000">
                  <a:solidFill>
                    <a:srgbClr val="FCE5CD"/>
                  </a:solidFill>
                  <a:latin typeface="Consolas"/>
                  <a:ea typeface="Consolas"/>
                  <a:cs typeface="Consolas"/>
                  <a:sym typeface="Consolas"/>
                </a:rPr>
                <a:t>.json</a:t>
              </a:r>
              <a:endParaRPr b="1" sz="3000">
                <a:solidFill>
                  <a:srgbClr val="FCE5CD"/>
                </a:solidFill>
                <a:latin typeface="Consolas"/>
                <a:ea typeface="Consolas"/>
                <a:cs typeface="Consolas"/>
                <a:sym typeface="Consolas"/>
              </a:endParaRPr>
            </a:p>
            <a:p>
              <a:pPr indent="0" lvl="0" marL="457200" marR="0" rtl="0" algn="l">
                <a:lnSpc>
                  <a:spcPct val="128571"/>
                </a:lnSpc>
                <a:spcBef>
                  <a:spcPts val="1000"/>
                </a:spcBef>
                <a:spcAft>
                  <a:spcPts val="0"/>
                </a:spcAft>
                <a:buNone/>
              </a:pPr>
              <a:r>
                <a:rPr b="1" lang="en-US" sz="3000">
                  <a:solidFill>
                    <a:srgbClr val="FCE5CD"/>
                  </a:solidFill>
                  <a:latin typeface="Consolas"/>
                  <a:ea typeface="Consolas"/>
                  <a:cs typeface="Consolas"/>
                  <a:sym typeface="Consolas"/>
                </a:rPr>
                <a:t>.yaml</a:t>
              </a:r>
              <a:endParaRPr b="1" sz="3000">
                <a:solidFill>
                  <a:srgbClr val="FCE5CD"/>
                </a:solidFill>
                <a:latin typeface="Consolas"/>
                <a:ea typeface="Consolas"/>
                <a:cs typeface="Consolas"/>
                <a:sym typeface="Consolas"/>
              </a:endParaRPr>
            </a:p>
            <a:p>
              <a:pPr indent="0" lvl="0" marL="0" marR="0" rtl="0" algn="l">
                <a:lnSpc>
                  <a:spcPct val="128571"/>
                </a:lnSpc>
                <a:spcBef>
                  <a:spcPts val="1000"/>
                </a:spcBef>
                <a:spcAft>
                  <a:spcPts val="0"/>
                </a:spcAft>
                <a:buClr>
                  <a:srgbClr val="3A3838"/>
                </a:buClr>
                <a:buSzPts val="1400"/>
                <a:buFont typeface="Arial"/>
                <a:buNone/>
              </a:pPr>
              <a:r>
                <a:t/>
              </a:r>
              <a:endParaRPr b="1" sz="3000">
                <a:solidFill>
                  <a:srgbClr val="FCE5CD"/>
                </a:solidFill>
                <a:latin typeface="Consolas"/>
                <a:ea typeface="Consolas"/>
                <a:cs typeface="Consolas"/>
                <a:sym typeface="Consolas"/>
              </a:endParaRPr>
            </a:p>
            <a:p>
              <a:pPr indent="0" lvl="0" marL="0" marR="0" rtl="0" algn="l">
                <a:lnSpc>
                  <a:spcPct val="163636"/>
                </a:lnSpc>
                <a:spcBef>
                  <a:spcPts val="1000"/>
                </a:spcBef>
                <a:spcAft>
                  <a:spcPts val="0"/>
                </a:spcAft>
                <a:buClr>
                  <a:srgbClr val="A5A5A5"/>
                </a:buClr>
                <a:buSzPts val="1100"/>
                <a:buFont typeface="Arial"/>
                <a:buNone/>
              </a:pPr>
              <a:r>
                <a:t/>
              </a:r>
              <a:endParaRPr b="1">
                <a:solidFill>
                  <a:srgbClr val="FCE5CD"/>
                </a:solidFill>
                <a:latin typeface="Poppins"/>
                <a:ea typeface="Poppins"/>
                <a:cs typeface="Poppins"/>
                <a:sym typeface="Poppins"/>
              </a:endParaRPr>
            </a:p>
          </p:txBody>
        </p:sp>
      </p:grpSp>
      <p:sp>
        <p:nvSpPr>
          <p:cNvPr id="442" name="Google Shape;442;p71"/>
          <p:cNvSpPr/>
          <p:nvPr/>
        </p:nvSpPr>
        <p:spPr>
          <a:xfrm>
            <a:off x="6505375" y="3045000"/>
            <a:ext cx="4213500" cy="2599800"/>
          </a:xfrm>
          <a:prstGeom prst="rect">
            <a:avLst/>
          </a:prstGeom>
          <a:solidFill>
            <a:schemeClr val="accen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71"/>
          <p:cNvSpPr txBox="1"/>
          <p:nvPr/>
        </p:nvSpPr>
        <p:spPr>
          <a:xfrm>
            <a:off x="6627750" y="2898800"/>
            <a:ext cx="3888000" cy="1902600"/>
          </a:xfrm>
          <a:prstGeom prst="rect">
            <a:avLst/>
          </a:prstGeom>
          <a:noFill/>
          <a:ln>
            <a:noFill/>
          </a:ln>
        </p:spPr>
        <p:txBody>
          <a:bodyPr anchorCtr="0" anchor="t" bIns="45700" lIns="91425" spcFirstLastPara="1" rIns="91425" wrap="square" tIns="45700">
            <a:noAutofit/>
          </a:bodyPr>
          <a:lstStyle/>
          <a:p>
            <a:pPr indent="0" lvl="0" marL="0" marR="0" rtl="0" algn="l">
              <a:lnSpc>
                <a:spcPct val="128571"/>
              </a:lnSpc>
              <a:spcBef>
                <a:spcPts val="1000"/>
              </a:spcBef>
              <a:spcAft>
                <a:spcPts val="0"/>
              </a:spcAft>
              <a:buNone/>
            </a:pPr>
            <a:r>
              <a:t/>
            </a:r>
            <a:endParaRPr b="1" sz="3000">
              <a:solidFill>
                <a:srgbClr val="FCE5CD"/>
              </a:solidFill>
              <a:latin typeface="Poppins SemiBold"/>
              <a:ea typeface="Poppins SemiBold"/>
              <a:cs typeface="Poppins SemiBold"/>
              <a:sym typeface="Poppins SemiBold"/>
            </a:endParaRPr>
          </a:p>
          <a:p>
            <a:pPr indent="0" lvl="0" marL="457200" marR="0" rtl="0" algn="l">
              <a:lnSpc>
                <a:spcPct val="128571"/>
              </a:lnSpc>
              <a:spcBef>
                <a:spcPts val="1000"/>
              </a:spcBef>
              <a:spcAft>
                <a:spcPts val="0"/>
              </a:spcAft>
              <a:buNone/>
            </a:pPr>
            <a:r>
              <a:rPr b="1" lang="en-US" sz="3000">
                <a:solidFill>
                  <a:srgbClr val="FCE5CD"/>
                </a:solidFill>
                <a:latin typeface="Consolas"/>
                <a:ea typeface="Consolas"/>
                <a:cs typeface="Consolas"/>
                <a:sym typeface="Consolas"/>
              </a:rPr>
              <a:t>.properties</a:t>
            </a:r>
            <a:endParaRPr b="1" sz="3000">
              <a:solidFill>
                <a:srgbClr val="FCE5CD"/>
              </a:solidFill>
              <a:latin typeface="Consolas"/>
              <a:ea typeface="Consolas"/>
              <a:cs typeface="Consolas"/>
              <a:sym typeface="Consolas"/>
            </a:endParaRPr>
          </a:p>
          <a:p>
            <a:pPr indent="0" lvl="0" marL="457200" marR="0" rtl="0" algn="l">
              <a:lnSpc>
                <a:spcPct val="128571"/>
              </a:lnSpc>
              <a:spcBef>
                <a:spcPts val="1000"/>
              </a:spcBef>
              <a:spcAft>
                <a:spcPts val="0"/>
              </a:spcAft>
              <a:buNone/>
            </a:pPr>
            <a:r>
              <a:rPr b="1" lang="en-US" sz="3000">
                <a:solidFill>
                  <a:srgbClr val="FCE5CD"/>
                </a:solidFill>
                <a:latin typeface="Consolas"/>
                <a:ea typeface="Consolas"/>
                <a:cs typeface="Consolas"/>
                <a:sym typeface="Consolas"/>
              </a:rPr>
              <a:t>.pot/.po → .mo</a:t>
            </a:r>
            <a:endParaRPr b="1" sz="3000">
              <a:solidFill>
                <a:srgbClr val="FCE5CD"/>
              </a:solidFill>
              <a:latin typeface="Consolas"/>
              <a:ea typeface="Consolas"/>
              <a:cs typeface="Consolas"/>
              <a:sym typeface="Consolas"/>
            </a:endParaRPr>
          </a:p>
          <a:p>
            <a:pPr indent="0" lvl="0" marL="0" marR="0" rtl="0" algn="l">
              <a:lnSpc>
                <a:spcPct val="128571"/>
              </a:lnSpc>
              <a:spcBef>
                <a:spcPts val="1000"/>
              </a:spcBef>
              <a:spcAft>
                <a:spcPts val="0"/>
              </a:spcAft>
              <a:buClr>
                <a:srgbClr val="3A3838"/>
              </a:buClr>
              <a:buSzPts val="1400"/>
              <a:buFont typeface="Arial"/>
              <a:buNone/>
            </a:pPr>
            <a:r>
              <a:t/>
            </a:r>
            <a:endParaRPr b="1" sz="3000">
              <a:solidFill>
                <a:srgbClr val="FCE5CD"/>
              </a:solidFill>
              <a:latin typeface="Consolas"/>
              <a:ea typeface="Consolas"/>
              <a:cs typeface="Consolas"/>
              <a:sym typeface="Consolas"/>
            </a:endParaRPr>
          </a:p>
          <a:p>
            <a:pPr indent="0" lvl="0" marL="0" marR="0" rtl="0" algn="l">
              <a:lnSpc>
                <a:spcPct val="163636"/>
              </a:lnSpc>
              <a:spcBef>
                <a:spcPts val="1000"/>
              </a:spcBef>
              <a:spcAft>
                <a:spcPts val="0"/>
              </a:spcAft>
              <a:buClr>
                <a:srgbClr val="A5A5A5"/>
              </a:buClr>
              <a:buSzPts val="1100"/>
              <a:buFont typeface="Arial"/>
              <a:buNone/>
            </a:pPr>
            <a:r>
              <a:t/>
            </a:r>
            <a:endParaRPr b="1">
              <a:solidFill>
                <a:srgbClr val="FCE5CD"/>
              </a:solidFill>
              <a:latin typeface="Poppins"/>
              <a:ea typeface="Poppins"/>
              <a:cs typeface="Poppins"/>
              <a:sym typeface="Poppins"/>
            </a:endParaRPr>
          </a:p>
        </p:txBody>
      </p:sp>
    </p:spTree>
  </p:cSld>
  <p:clrMapOvr>
    <a:masterClrMapping/>
  </p:clrMapOvr>
  <p:transition spd="med">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447" name="Shape 447"/>
        <p:cNvGrpSpPr/>
        <p:nvPr/>
      </p:nvGrpSpPr>
      <p:grpSpPr>
        <a:xfrm>
          <a:off x="0" y="0"/>
          <a:ext cx="0" cy="0"/>
          <a:chOff x="0" y="0"/>
          <a:chExt cx="0" cy="0"/>
        </a:xfrm>
      </p:grpSpPr>
      <p:pic>
        <p:nvPicPr>
          <p:cNvPr id="448" name="Google Shape;448;p72"/>
          <p:cNvPicPr preferRelativeResize="0"/>
          <p:nvPr/>
        </p:nvPicPr>
        <p:blipFill>
          <a:blip r:embed="rId3">
            <a:alphaModFix/>
          </a:blip>
          <a:stretch>
            <a:fillRect/>
          </a:stretch>
        </p:blipFill>
        <p:spPr>
          <a:xfrm>
            <a:off x="1216200" y="-344625"/>
            <a:ext cx="10682950" cy="7735375"/>
          </a:xfrm>
          <a:prstGeom prst="rect">
            <a:avLst/>
          </a:prstGeom>
          <a:noFill/>
          <a:ln>
            <a:noFill/>
          </a:ln>
        </p:spPr>
      </p:pic>
      <p:sp>
        <p:nvSpPr>
          <p:cNvPr id="449" name="Google Shape;449;p72"/>
          <p:cNvSpPr txBox="1"/>
          <p:nvPr/>
        </p:nvSpPr>
        <p:spPr>
          <a:xfrm>
            <a:off x="0" y="0"/>
            <a:ext cx="1942200" cy="969300"/>
          </a:xfrm>
          <a:prstGeom prst="rect">
            <a:avLst/>
          </a:prstGeom>
          <a:noFill/>
          <a:ln>
            <a:noFill/>
          </a:ln>
        </p:spPr>
        <p:txBody>
          <a:bodyPr anchorCtr="0" anchor="t" bIns="91425" lIns="91425" spcFirstLastPara="1" rIns="91425" wrap="square" tIns="91425">
            <a:noAutofit/>
          </a:bodyPr>
          <a:lstStyle/>
          <a:p>
            <a:pPr indent="0" lvl="0" marL="457200" rtl="0" algn="l">
              <a:lnSpc>
                <a:spcPct val="128571"/>
              </a:lnSpc>
              <a:spcBef>
                <a:spcPts val="1000"/>
              </a:spcBef>
              <a:spcAft>
                <a:spcPts val="0"/>
              </a:spcAft>
              <a:buNone/>
            </a:pPr>
            <a:r>
              <a:rPr b="1" lang="en-US" sz="3000">
                <a:solidFill>
                  <a:schemeClr val="lt1"/>
                </a:solidFill>
                <a:latin typeface="Consolas"/>
                <a:ea typeface="Consolas"/>
                <a:cs typeface="Consolas"/>
                <a:sym typeface="Consolas"/>
              </a:rPr>
              <a:t>.</a:t>
            </a:r>
            <a:r>
              <a:rPr b="1" lang="en-US" sz="3000">
                <a:solidFill>
                  <a:schemeClr val="lt1"/>
                </a:solidFill>
                <a:latin typeface="Consolas"/>
                <a:ea typeface="Consolas"/>
                <a:cs typeface="Consolas"/>
                <a:sym typeface="Consolas"/>
              </a:rPr>
              <a:t>json</a:t>
            </a:r>
            <a:endParaRPr/>
          </a:p>
        </p:txBody>
      </p:sp>
    </p:spTree>
  </p:cSld>
  <p:clrMapOvr>
    <a:masterClrMapping/>
  </p:clrMapOvr>
  <p:transition spd="med">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453" name="Shape 453"/>
        <p:cNvGrpSpPr/>
        <p:nvPr/>
      </p:nvGrpSpPr>
      <p:grpSpPr>
        <a:xfrm>
          <a:off x="0" y="0"/>
          <a:ext cx="0" cy="0"/>
          <a:chOff x="0" y="0"/>
          <a:chExt cx="0" cy="0"/>
        </a:xfrm>
      </p:grpSpPr>
      <p:pic>
        <p:nvPicPr>
          <p:cNvPr id="454" name="Google Shape;454;p73"/>
          <p:cNvPicPr preferRelativeResize="0"/>
          <p:nvPr/>
        </p:nvPicPr>
        <p:blipFill>
          <a:blip r:embed="rId3">
            <a:alphaModFix/>
          </a:blip>
          <a:stretch>
            <a:fillRect/>
          </a:stretch>
        </p:blipFill>
        <p:spPr>
          <a:xfrm>
            <a:off x="1090700" y="152400"/>
            <a:ext cx="10948899" cy="6942000"/>
          </a:xfrm>
          <a:prstGeom prst="rect">
            <a:avLst/>
          </a:prstGeom>
          <a:noFill/>
          <a:ln>
            <a:noFill/>
          </a:ln>
        </p:spPr>
      </p:pic>
      <p:sp>
        <p:nvSpPr>
          <p:cNvPr id="455" name="Google Shape;455;p73"/>
          <p:cNvSpPr txBox="1"/>
          <p:nvPr/>
        </p:nvSpPr>
        <p:spPr>
          <a:xfrm>
            <a:off x="0" y="0"/>
            <a:ext cx="5199600" cy="969300"/>
          </a:xfrm>
          <a:prstGeom prst="rect">
            <a:avLst/>
          </a:prstGeom>
          <a:noFill/>
          <a:ln>
            <a:noFill/>
          </a:ln>
        </p:spPr>
        <p:txBody>
          <a:bodyPr anchorCtr="0" anchor="t" bIns="91425" lIns="91425" spcFirstLastPara="1" rIns="91425" wrap="square" tIns="91425">
            <a:noAutofit/>
          </a:bodyPr>
          <a:lstStyle/>
          <a:p>
            <a:pPr indent="0" lvl="0" marL="457200" rtl="0" algn="l">
              <a:lnSpc>
                <a:spcPct val="128571"/>
              </a:lnSpc>
              <a:spcBef>
                <a:spcPts val="1000"/>
              </a:spcBef>
              <a:spcAft>
                <a:spcPts val="0"/>
              </a:spcAft>
              <a:buNone/>
            </a:pPr>
            <a:r>
              <a:rPr b="1" lang="en-US" sz="3000">
                <a:solidFill>
                  <a:schemeClr val="lt1"/>
                </a:solidFill>
                <a:latin typeface="Consolas"/>
                <a:ea typeface="Consolas"/>
                <a:cs typeface="Consolas"/>
                <a:sym typeface="Consolas"/>
              </a:rPr>
              <a:t>.properties</a:t>
            </a:r>
            <a:endParaRPr/>
          </a:p>
        </p:txBody>
      </p:sp>
    </p:spTree>
  </p:cSld>
  <p:clrMapOvr>
    <a:masterClrMapping/>
  </p:clrMapOvr>
  <p:transition spd="med">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59" name="Shape 459"/>
        <p:cNvGrpSpPr/>
        <p:nvPr/>
      </p:nvGrpSpPr>
      <p:grpSpPr>
        <a:xfrm>
          <a:off x="0" y="0"/>
          <a:ext cx="0" cy="0"/>
          <a:chOff x="0" y="0"/>
          <a:chExt cx="0" cy="0"/>
        </a:xfrm>
      </p:grpSpPr>
      <p:sp>
        <p:nvSpPr>
          <p:cNvPr id="460" name="Google Shape;460;p74"/>
          <p:cNvSpPr txBox="1"/>
          <p:nvPr/>
        </p:nvSpPr>
        <p:spPr>
          <a:xfrm>
            <a:off x="579500" y="583325"/>
            <a:ext cx="10344300" cy="993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4400"/>
              <a:buFont typeface="Calibri"/>
              <a:buNone/>
            </a:pPr>
            <a:r>
              <a:rPr b="1" lang="en-US" sz="4400">
                <a:solidFill>
                  <a:schemeClr val="lt1"/>
                </a:solidFill>
                <a:latin typeface="Poppins SemiBold"/>
                <a:ea typeface="Poppins SemiBold"/>
                <a:cs typeface="Poppins SemiBold"/>
                <a:sym typeface="Poppins SemiBold"/>
              </a:rPr>
              <a:t>Pseudotranslation</a:t>
            </a:r>
            <a:endParaRPr b="1" sz="4400">
              <a:solidFill>
                <a:schemeClr val="lt1"/>
              </a:solidFill>
              <a:latin typeface="Arial"/>
              <a:ea typeface="Arial"/>
              <a:cs typeface="Arial"/>
              <a:sym typeface="Arial"/>
            </a:endParaRPr>
          </a:p>
        </p:txBody>
      </p:sp>
      <p:pic>
        <p:nvPicPr>
          <p:cNvPr id="461" name="Google Shape;461;p74"/>
          <p:cNvPicPr preferRelativeResize="0"/>
          <p:nvPr/>
        </p:nvPicPr>
        <p:blipFill>
          <a:blip r:embed="rId3">
            <a:alphaModFix/>
          </a:blip>
          <a:stretch>
            <a:fillRect/>
          </a:stretch>
        </p:blipFill>
        <p:spPr>
          <a:xfrm>
            <a:off x="1861388" y="1309725"/>
            <a:ext cx="8469225" cy="5322001"/>
          </a:xfrm>
          <a:prstGeom prst="rect">
            <a:avLst/>
          </a:prstGeom>
          <a:noFill/>
          <a:ln>
            <a:noFill/>
          </a:ln>
        </p:spPr>
      </p:pic>
    </p:spTree>
  </p:cSld>
  <p:clrMapOvr>
    <a:masterClrMapping/>
  </p:clrMapOvr>
  <p:transition spd="med">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5"/>
          <p:cNvSpPr txBox="1"/>
          <p:nvPr/>
        </p:nvSpPr>
        <p:spPr>
          <a:xfrm>
            <a:off x="568575" y="494850"/>
            <a:ext cx="10344300" cy="993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4400"/>
              <a:buFont typeface="Calibri"/>
              <a:buNone/>
            </a:pPr>
            <a:r>
              <a:rPr b="1" lang="en-US" sz="4400">
                <a:solidFill>
                  <a:srgbClr val="3A3838"/>
                </a:solidFill>
                <a:latin typeface="Poppins SemiBold"/>
                <a:ea typeface="Poppins SemiBold"/>
                <a:cs typeface="Poppins SemiBold"/>
                <a:sym typeface="Poppins SemiBold"/>
              </a:rPr>
              <a:t>Translation Services</a:t>
            </a:r>
            <a:endParaRPr b="1" sz="4400">
              <a:solidFill>
                <a:srgbClr val="3A3838"/>
              </a:solidFill>
              <a:latin typeface="Arial"/>
              <a:ea typeface="Arial"/>
              <a:cs typeface="Arial"/>
              <a:sym typeface="Arial"/>
            </a:endParaRPr>
          </a:p>
        </p:txBody>
      </p:sp>
      <p:pic>
        <p:nvPicPr>
          <p:cNvPr id="467" name="Google Shape;467;p75"/>
          <p:cNvPicPr preferRelativeResize="0"/>
          <p:nvPr/>
        </p:nvPicPr>
        <p:blipFill>
          <a:blip r:embed="rId3">
            <a:alphaModFix/>
          </a:blip>
          <a:stretch>
            <a:fillRect/>
          </a:stretch>
        </p:blipFill>
        <p:spPr>
          <a:xfrm>
            <a:off x="304800" y="1488450"/>
            <a:ext cx="6988876" cy="3592050"/>
          </a:xfrm>
          <a:prstGeom prst="rect">
            <a:avLst/>
          </a:prstGeom>
          <a:noFill/>
          <a:ln>
            <a:noFill/>
          </a:ln>
          <a:effectLst>
            <a:outerShdw blurRad="57150" rotWithShape="0" algn="bl" dir="5400000" dist="19050">
              <a:srgbClr val="000000">
                <a:alpha val="50000"/>
              </a:srgbClr>
            </a:outerShdw>
          </a:effectLst>
        </p:spPr>
      </p:pic>
      <p:pic>
        <p:nvPicPr>
          <p:cNvPr id="468" name="Google Shape;468;p75"/>
          <p:cNvPicPr preferRelativeResize="0"/>
          <p:nvPr/>
        </p:nvPicPr>
        <p:blipFill>
          <a:blip r:embed="rId4">
            <a:alphaModFix/>
          </a:blip>
          <a:stretch>
            <a:fillRect/>
          </a:stretch>
        </p:blipFill>
        <p:spPr>
          <a:xfrm>
            <a:off x="7097026" y="570200"/>
            <a:ext cx="4745923" cy="3167671"/>
          </a:xfrm>
          <a:prstGeom prst="rect">
            <a:avLst/>
          </a:prstGeom>
          <a:noFill/>
          <a:ln>
            <a:noFill/>
          </a:ln>
          <a:effectLst>
            <a:outerShdw blurRad="57150" rotWithShape="0" algn="bl" dir="5400000" dist="19050">
              <a:srgbClr val="000000">
                <a:alpha val="50000"/>
              </a:srgbClr>
            </a:outerShdw>
          </a:effectLst>
        </p:spPr>
      </p:pic>
      <p:pic>
        <p:nvPicPr>
          <p:cNvPr id="469" name="Google Shape;469;p75"/>
          <p:cNvPicPr preferRelativeResize="0"/>
          <p:nvPr/>
        </p:nvPicPr>
        <p:blipFill rotWithShape="1">
          <a:blip r:embed="rId5">
            <a:alphaModFix/>
          </a:blip>
          <a:srcRect b="15154" l="0" r="11418" t="0"/>
          <a:stretch/>
        </p:blipFill>
        <p:spPr>
          <a:xfrm>
            <a:off x="4046299" y="3260199"/>
            <a:ext cx="6244801" cy="3349251"/>
          </a:xfrm>
          <a:prstGeom prst="rect">
            <a:avLst/>
          </a:prstGeom>
          <a:noFill/>
          <a:ln>
            <a:noFill/>
          </a:ln>
          <a:effectLst>
            <a:outerShdw blurRad="57150" rotWithShape="0" algn="bl" dir="5400000" dist="19050">
              <a:srgbClr val="000000">
                <a:alpha val="50000"/>
              </a:srgbClr>
            </a:outerShdw>
          </a:effectLst>
        </p:spPr>
      </p:pic>
    </p:spTree>
  </p:cSld>
  <p:clrMapOvr>
    <a:masterClrMapping/>
  </p:clrMapOvr>
  <p:transition spd="med">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473" name="Shape 473"/>
        <p:cNvGrpSpPr/>
        <p:nvPr/>
      </p:nvGrpSpPr>
      <p:grpSpPr>
        <a:xfrm>
          <a:off x="0" y="0"/>
          <a:ext cx="0" cy="0"/>
          <a:chOff x="0" y="0"/>
          <a:chExt cx="0" cy="0"/>
        </a:xfrm>
      </p:grpSpPr>
      <p:sp>
        <p:nvSpPr>
          <p:cNvPr id="474" name="Google Shape;474;p76"/>
          <p:cNvSpPr txBox="1"/>
          <p:nvPr/>
        </p:nvSpPr>
        <p:spPr>
          <a:xfrm>
            <a:off x="579500" y="888125"/>
            <a:ext cx="10344300" cy="993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4400"/>
              <a:buFont typeface="Calibri"/>
              <a:buNone/>
            </a:pPr>
            <a:r>
              <a:rPr b="1" lang="en-US" sz="4400">
                <a:solidFill>
                  <a:schemeClr val="lt1"/>
                </a:solidFill>
                <a:latin typeface="Poppins SemiBold"/>
                <a:ea typeface="Poppins SemiBold"/>
                <a:cs typeface="Poppins SemiBold"/>
                <a:sym typeface="Poppins SemiBold"/>
              </a:rPr>
              <a:t>Client-Side</a:t>
            </a:r>
            <a:r>
              <a:rPr b="1" lang="en-US" sz="4400">
                <a:solidFill>
                  <a:schemeClr val="lt1"/>
                </a:solidFill>
                <a:latin typeface="Poppins SemiBold"/>
                <a:ea typeface="Poppins SemiBold"/>
                <a:cs typeface="Poppins SemiBold"/>
                <a:sym typeface="Poppins SemiBold"/>
              </a:rPr>
              <a:t> Tips</a:t>
            </a:r>
            <a:endParaRPr b="1" sz="4400">
              <a:solidFill>
                <a:schemeClr val="lt1"/>
              </a:solidFill>
              <a:latin typeface="Arial"/>
              <a:ea typeface="Arial"/>
              <a:cs typeface="Arial"/>
              <a:sym typeface="Arial"/>
            </a:endParaRPr>
          </a:p>
        </p:txBody>
      </p:sp>
      <p:sp>
        <p:nvSpPr>
          <p:cNvPr id="475" name="Google Shape;475;p76"/>
          <p:cNvSpPr txBox="1"/>
          <p:nvPr/>
        </p:nvSpPr>
        <p:spPr>
          <a:xfrm>
            <a:off x="579500" y="2311775"/>
            <a:ext cx="2886900" cy="3843900"/>
          </a:xfrm>
          <a:prstGeom prst="rect">
            <a:avLst/>
          </a:prstGeom>
          <a:noFill/>
          <a:ln>
            <a:noFill/>
          </a:ln>
        </p:spPr>
        <p:txBody>
          <a:bodyPr anchorCtr="0" anchor="t" bIns="45700" lIns="91425" spcFirstLastPara="1" rIns="91425" wrap="square" tIns="45700">
            <a:noAutofit/>
          </a:bodyPr>
          <a:lstStyle/>
          <a:p>
            <a:pPr indent="0" lvl="0" marL="0" marR="0" rtl="0" algn="l">
              <a:lnSpc>
                <a:spcPct val="128571"/>
              </a:lnSpc>
              <a:spcBef>
                <a:spcPts val="1000"/>
              </a:spcBef>
              <a:spcAft>
                <a:spcPts val="0"/>
              </a:spcAft>
              <a:buClr>
                <a:srgbClr val="3A3838"/>
              </a:buClr>
              <a:buSzPts val="1400"/>
              <a:buFont typeface="Arial"/>
              <a:buNone/>
            </a:pPr>
            <a:r>
              <a:rPr b="1" lang="en-US" sz="3000">
                <a:solidFill>
                  <a:schemeClr val="lt1"/>
                </a:solidFill>
                <a:latin typeface="Poppins SemiBold"/>
                <a:ea typeface="Poppins SemiBold"/>
                <a:cs typeface="Poppins SemiBold"/>
                <a:sym typeface="Poppins SemiBold"/>
              </a:rPr>
              <a:t>Use </a:t>
            </a:r>
            <a:r>
              <a:rPr b="1" lang="en-US" sz="3000">
                <a:solidFill>
                  <a:schemeClr val="accent4"/>
                </a:solidFill>
                <a:latin typeface="Poppins SemiBold"/>
                <a:ea typeface="Poppins SemiBold"/>
                <a:cs typeface="Poppins SemiBold"/>
                <a:sym typeface="Poppins SemiBold"/>
              </a:rPr>
              <a:t>:lang </a:t>
            </a:r>
            <a:r>
              <a:rPr b="1" lang="en-US" sz="3000">
                <a:solidFill>
                  <a:schemeClr val="lt1"/>
                </a:solidFill>
                <a:latin typeface="Poppins SemiBold"/>
                <a:ea typeface="Poppins SemiBold"/>
                <a:cs typeface="Poppins SemiBold"/>
                <a:sym typeface="Poppins SemiBold"/>
              </a:rPr>
              <a:t>for font-families</a:t>
            </a:r>
            <a:endParaRPr b="1" sz="2400">
              <a:solidFill>
                <a:schemeClr val="lt1"/>
              </a:solidFill>
              <a:latin typeface="Poppins SemiBold"/>
              <a:ea typeface="Poppins SemiBold"/>
              <a:cs typeface="Poppins SemiBold"/>
              <a:sym typeface="Poppins SemiBold"/>
            </a:endParaRPr>
          </a:p>
          <a:p>
            <a:pPr indent="0" lvl="0" marL="0" marR="0" rtl="0" algn="l">
              <a:lnSpc>
                <a:spcPct val="163636"/>
              </a:lnSpc>
              <a:spcBef>
                <a:spcPts val="1000"/>
              </a:spcBef>
              <a:spcAft>
                <a:spcPts val="0"/>
              </a:spcAft>
              <a:buClr>
                <a:srgbClr val="A5A5A5"/>
              </a:buClr>
              <a:buSzPts val="1100"/>
              <a:buFont typeface="Arial"/>
              <a:buNone/>
            </a:pPr>
            <a:r>
              <a:t/>
            </a:r>
            <a:endParaRPr b="1" sz="2400">
              <a:solidFill>
                <a:schemeClr val="lt1"/>
              </a:solidFill>
              <a:latin typeface="Poppins"/>
              <a:ea typeface="Poppins"/>
              <a:cs typeface="Poppins"/>
              <a:sym typeface="Poppins"/>
            </a:endParaRPr>
          </a:p>
        </p:txBody>
      </p:sp>
      <p:pic>
        <p:nvPicPr>
          <p:cNvPr id="476" name="Google Shape;476;p76"/>
          <p:cNvPicPr preferRelativeResize="0"/>
          <p:nvPr/>
        </p:nvPicPr>
        <p:blipFill>
          <a:blip r:embed="rId3">
            <a:alphaModFix/>
          </a:blip>
          <a:stretch>
            <a:fillRect/>
          </a:stretch>
        </p:blipFill>
        <p:spPr>
          <a:xfrm>
            <a:off x="3405825" y="1769775"/>
            <a:ext cx="9346951" cy="4744574"/>
          </a:xfrm>
          <a:prstGeom prst="rect">
            <a:avLst/>
          </a:prstGeom>
          <a:noFill/>
          <a:ln>
            <a:noFill/>
          </a:ln>
        </p:spPr>
      </p:pic>
      <p:sp>
        <p:nvSpPr>
          <p:cNvPr id="477" name="Google Shape;477;p76"/>
          <p:cNvSpPr txBox="1"/>
          <p:nvPr/>
        </p:nvSpPr>
        <p:spPr>
          <a:xfrm>
            <a:off x="522950" y="3621275"/>
            <a:ext cx="3435600" cy="3000000"/>
          </a:xfrm>
          <a:prstGeom prst="rect">
            <a:avLst/>
          </a:prstGeom>
          <a:noFill/>
          <a:ln>
            <a:noFill/>
          </a:ln>
        </p:spPr>
        <p:txBody>
          <a:bodyPr anchorCtr="0" anchor="t" bIns="91425" lIns="91425" spcFirstLastPara="1" rIns="91425" wrap="square" tIns="91425">
            <a:noAutofit/>
          </a:bodyPr>
          <a:lstStyle/>
          <a:p>
            <a:pPr indent="0" lvl="0" marL="0" rtl="0" algn="l">
              <a:lnSpc>
                <a:spcPct val="128571"/>
              </a:lnSpc>
              <a:spcBef>
                <a:spcPts val="1000"/>
              </a:spcBef>
              <a:spcAft>
                <a:spcPts val="0"/>
              </a:spcAft>
              <a:buNone/>
            </a:pPr>
            <a:r>
              <a:rPr b="1" lang="en-US" sz="3000">
                <a:solidFill>
                  <a:schemeClr val="lt1"/>
                </a:solidFill>
                <a:latin typeface="Poppins SemiBold"/>
                <a:ea typeface="Poppins SemiBold"/>
                <a:cs typeface="Poppins SemiBold"/>
                <a:sym typeface="Poppins SemiBold"/>
              </a:rPr>
              <a:t>Use </a:t>
            </a:r>
            <a:r>
              <a:rPr b="1" lang="en-US" sz="3000">
                <a:solidFill>
                  <a:schemeClr val="lt1"/>
                </a:solidFill>
                <a:latin typeface="Poppins SemiBold"/>
                <a:ea typeface="Poppins SemiBold"/>
                <a:cs typeface="Poppins SemiBold"/>
                <a:sym typeface="Poppins SemiBold"/>
              </a:rPr>
              <a:t>&lt;HTML </a:t>
            </a:r>
            <a:r>
              <a:rPr b="1" lang="en-US" sz="3000">
                <a:solidFill>
                  <a:schemeClr val="accent4"/>
                </a:solidFill>
                <a:latin typeface="Poppins SemiBold"/>
                <a:ea typeface="Poppins SemiBold"/>
                <a:cs typeface="Poppins SemiBold"/>
                <a:sym typeface="Poppins SemiBold"/>
              </a:rPr>
              <a:t>lang</a:t>
            </a:r>
            <a:r>
              <a:rPr b="1" lang="en-US" sz="3000">
                <a:solidFill>
                  <a:schemeClr val="lt1"/>
                </a:solidFill>
                <a:latin typeface="Poppins SemiBold"/>
                <a:ea typeface="Poppins SemiBold"/>
                <a:cs typeface="Poppins SemiBold"/>
                <a:sym typeface="Poppins SemiBold"/>
              </a:rPr>
              <a:t>&gt;</a:t>
            </a:r>
            <a:endParaRPr b="1" sz="3000">
              <a:solidFill>
                <a:schemeClr val="lt1"/>
              </a:solidFill>
              <a:latin typeface="Poppins SemiBold"/>
              <a:ea typeface="Poppins SemiBold"/>
              <a:cs typeface="Poppins SemiBold"/>
              <a:sym typeface="Poppins SemiBold"/>
            </a:endParaRPr>
          </a:p>
          <a:p>
            <a:pPr indent="0" lvl="0" marL="0" rtl="0" algn="l">
              <a:lnSpc>
                <a:spcPct val="128571"/>
              </a:lnSpc>
              <a:spcBef>
                <a:spcPts val="1000"/>
              </a:spcBef>
              <a:spcAft>
                <a:spcPts val="0"/>
              </a:spcAft>
              <a:buNone/>
            </a:pPr>
            <a:r>
              <a:rPr b="1" lang="en-US" sz="3000">
                <a:solidFill>
                  <a:schemeClr val="lt1"/>
                </a:solidFill>
                <a:latin typeface="Poppins SemiBold"/>
                <a:ea typeface="Poppins SemiBold"/>
                <a:cs typeface="Poppins SemiBold"/>
                <a:sym typeface="Poppins SemiBold"/>
              </a:rPr>
              <a:t>Use UTF-8</a:t>
            </a:r>
            <a:endParaRPr b="1" sz="3000">
              <a:solidFill>
                <a:schemeClr val="lt1"/>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800">
              <a:solidFill>
                <a:schemeClr val="lt1"/>
              </a:solidFill>
              <a:latin typeface="Poppins"/>
              <a:ea typeface="Poppins"/>
              <a:cs typeface="Poppins"/>
              <a:sym typeface="Poppins"/>
            </a:endParaRPr>
          </a:p>
          <a:p>
            <a:pPr indent="0" lvl="0" marL="0" rtl="0" algn="l">
              <a:spcBef>
                <a:spcPts val="0"/>
              </a:spcBef>
              <a:spcAft>
                <a:spcPts val="0"/>
              </a:spcAft>
              <a:buNone/>
            </a:pPr>
            <a:r>
              <a:t/>
            </a:r>
            <a:endParaRPr sz="1800">
              <a:solidFill>
                <a:schemeClr val="lt1"/>
              </a:solidFill>
              <a:latin typeface="Poppins"/>
              <a:ea typeface="Poppins"/>
              <a:cs typeface="Poppins"/>
              <a:sym typeface="Poppins"/>
            </a:endParaRPr>
          </a:p>
        </p:txBody>
      </p:sp>
    </p:spTree>
  </p:cSld>
  <p:clrMapOvr>
    <a:masterClrMapping/>
  </p:clrMapOvr>
  <p:transition spd="med">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77"/>
          <p:cNvSpPr txBox="1"/>
          <p:nvPr/>
        </p:nvSpPr>
        <p:spPr>
          <a:xfrm>
            <a:off x="579500" y="888125"/>
            <a:ext cx="10344300" cy="9936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chemeClr val="lt1"/>
              </a:buClr>
              <a:buSzPts val="4800"/>
              <a:buFont typeface="Poppins SemiBold"/>
              <a:buNone/>
            </a:pPr>
            <a:r>
              <a:rPr b="1" lang="en-US" sz="4400">
                <a:solidFill>
                  <a:srgbClr val="3A3838"/>
                </a:solidFill>
                <a:latin typeface="Poppins SemiBold"/>
                <a:ea typeface="Poppins SemiBold"/>
                <a:cs typeface="Poppins SemiBold"/>
                <a:sym typeface="Poppins SemiBold"/>
              </a:rPr>
              <a:t>Client-Side: </a:t>
            </a:r>
            <a:r>
              <a:rPr b="1" lang="en-US" sz="4400">
                <a:solidFill>
                  <a:srgbClr val="3A3838"/>
                </a:solidFill>
                <a:latin typeface="Poppins SemiBold"/>
                <a:ea typeface="Poppins SemiBold"/>
                <a:cs typeface="Poppins SemiBold"/>
                <a:sym typeface="Poppins SemiBold"/>
              </a:rPr>
              <a:t>RTL Languages </a:t>
            </a:r>
            <a:endParaRPr b="1" sz="4400">
              <a:solidFill>
                <a:srgbClr val="3A3838"/>
              </a:solidFill>
              <a:latin typeface="Poppins SemiBold"/>
              <a:ea typeface="Poppins SemiBold"/>
              <a:cs typeface="Poppins SemiBold"/>
              <a:sym typeface="Poppins SemiBold"/>
            </a:endParaRPr>
          </a:p>
          <a:p>
            <a:pPr indent="0" lvl="0" marL="0" marR="0" rtl="0" algn="l">
              <a:lnSpc>
                <a:spcPct val="110000"/>
              </a:lnSpc>
              <a:spcBef>
                <a:spcPts val="0"/>
              </a:spcBef>
              <a:spcAft>
                <a:spcPts val="0"/>
              </a:spcAft>
              <a:buClr>
                <a:schemeClr val="lt1"/>
              </a:buClr>
              <a:buSzPts val="4800"/>
              <a:buFont typeface="Poppins SemiBold"/>
              <a:buNone/>
            </a:pPr>
            <a:r>
              <a:rPr b="1" lang="en-US" sz="1800">
                <a:solidFill>
                  <a:srgbClr val="666666"/>
                </a:solidFill>
                <a:latin typeface="Poppins SemiBold"/>
                <a:ea typeface="Poppins SemiBold"/>
                <a:cs typeface="Poppins SemiBold"/>
                <a:sym typeface="Poppins SemiBold"/>
              </a:rPr>
              <a:t>(Arabic, Hebrew, Farsi)</a:t>
            </a:r>
            <a:endParaRPr sz="1800">
              <a:solidFill>
                <a:srgbClr val="666666"/>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4400"/>
              <a:buFont typeface="Calibri"/>
              <a:buNone/>
            </a:pPr>
            <a:r>
              <a:t/>
            </a:r>
            <a:endParaRPr b="1" sz="4400">
              <a:solidFill>
                <a:srgbClr val="3A3838"/>
              </a:solidFill>
              <a:latin typeface="Arial"/>
              <a:ea typeface="Arial"/>
              <a:cs typeface="Arial"/>
              <a:sym typeface="Arial"/>
            </a:endParaRPr>
          </a:p>
        </p:txBody>
      </p:sp>
      <p:sp>
        <p:nvSpPr>
          <p:cNvPr id="483" name="Google Shape;483;p77"/>
          <p:cNvSpPr txBox="1"/>
          <p:nvPr/>
        </p:nvSpPr>
        <p:spPr>
          <a:xfrm>
            <a:off x="579500" y="2616575"/>
            <a:ext cx="3592800" cy="3233100"/>
          </a:xfrm>
          <a:prstGeom prst="rect">
            <a:avLst/>
          </a:prstGeom>
          <a:noFill/>
          <a:ln>
            <a:noFill/>
          </a:ln>
        </p:spPr>
        <p:txBody>
          <a:bodyPr anchorCtr="0" anchor="t" bIns="45700" lIns="91425" spcFirstLastPara="1" rIns="91425" wrap="square" tIns="45700">
            <a:noAutofit/>
          </a:bodyPr>
          <a:lstStyle/>
          <a:p>
            <a:pPr indent="0" lvl="0" marL="0" marR="0" rtl="0" algn="l">
              <a:lnSpc>
                <a:spcPct val="128571"/>
              </a:lnSpc>
              <a:spcBef>
                <a:spcPts val="1000"/>
              </a:spcBef>
              <a:spcAft>
                <a:spcPts val="0"/>
              </a:spcAft>
              <a:buClr>
                <a:srgbClr val="3A3838"/>
              </a:buClr>
              <a:buSzPts val="1400"/>
              <a:buFont typeface="Arial"/>
              <a:buNone/>
            </a:pPr>
            <a:r>
              <a:rPr b="1" lang="en-US" sz="3000">
                <a:solidFill>
                  <a:srgbClr val="3A3838"/>
                </a:solidFill>
                <a:latin typeface="Poppins SemiBold"/>
                <a:ea typeface="Poppins SemiBold"/>
                <a:cs typeface="Poppins SemiBold"/>
                <a:sym typeface="Poppins SemiBold"/>
              </a:rPr>
              <a:t>&lt;HTML </a:t>
            </a:r>
            <a:r>
              <a:rPr b="1" lang="en-US" sz="3000">
                <a:solidFill>
                  <a:schemeClr val="accent4"/>
                </a:solidFill>
                <a:latin typeface="Poppins SemiBold"/>
                <a:ea typeface="Poppins SemiBold"/>
                <a:cs typeface="Poppins SemiBold"/>
                <a:sym typeface="Poppins SemiBold"/>
              </a:rPr>
              <a:t>dir</a:t>
            </a:r>
            <a:r>
              <a:rPr b="1" lang="en-US" sz="3000">
                <a:solidFill>
                  <a:srgbClr val="3A3838"/>
                </a:solidFill>
                <a:latin typeface="Poppins SemiBold"/>
                <a:ea typeface="Poppins SemiBold"/>
                <a:cs typeface="Poppins SemiBold"/>
                <a:sym typeface="Poppins SemiBold"/>
              </a:rPr>
              <a:t> = “</a:t>
            </a:r>
            <a:r>
              <a:rPr b="1" lang="en-US" sz="3000">
                <a:solidFill>
                  <a:schemeClr val="accent4"/>
                </a:solidFill>
                <a:latin typeface="Poppins SemiBold"/>
                <a:ea typeface="Poppins SemiBold"/>
                <a:cs typeface="Poppins SemiBold"/>
                <a:sym typeface="Poppins SemiBold"/>
              </a:rPr>
              <a:t>rtl</a:t>
            </a:r>
            <a:r>
              <a:rPr b="1" lang="en-US" sz="3000">
                <a:solidFill>
                  <a:srgbClr val="3A3838"/>
                </a:solidFill>
                <a:latin typeface="Poppins SemiBold"/>
                <a:ea typeface="Poppins SemiBold"/>
                <a:cs typeface="Poppins SemiBold"/>
                <a:sym typeface="Poppins SemiBold"/>
              </a:rPr>
              <a:t>”&gt;</a:t>
            </a:r>
            <a:endParaRPr b="1" sz="3000">
              <a:solidFill>
                <a:srgbClr val="3A3838"/>
              </a:solidFill>
              <a:latin typeface="Poppins SemiBold"/>
              <a:ea typeface="Poppins SemiBold"/>
              <a:cs typeface="Poppins SemiBold"/>
              <a:sym typeface="Poppins SemiBold"/>
            </a:endParaRPr>
          </a:p>
          <a:p>
            <a:pPr indent="0" lvl="0" marL="0" marR="0" rtl="0" algn="l">
              <a:lnSpc>
                <a:spcPct val="163636"/>
              </a:lnSpc>
              <a:spcBef>
                <a:spcPts val="1000"/>
              </a:spcBef>
              <a:spcAft>
                <a:spcPts val="0"/>
              </a:spcAft>
              <a:buClr>
                <a:srgbClr val="A5A5A5"/>
              </a:buClr>
              <a:buSzPts val="1100"/>
              <a:buFont typeface="Arial"/>
              <a:buNone/>
            </a:pPr>
            <a:r>
              <a:rPr lang="en-US" sz="2400">
                <a:solidFill>
                  <a:srgbClr val="A5A5A5"/>
                </a:solidFill>
                <a:latin typeface="Poppins"/>
                <a:ea typeface="Poppins"/>
                <a:cs typeface="Poppins"/>
                <a:sym typeface="Poppins"/>
              </a:rPr>
              <a:t>Defaults to left-to-right. so only need to set when using RTL languages specifically.</a:t>
            </a:r>
            <a:endParaRPr b="1" sz="2400">
              <a:solidFill>
                <a:schemeClr val="dk1"/>
              </a:solidFill>
              <a:latin typeface="Poppins"/>
              <a:ea typeface="Poppins"/>
              <a:cs typeface="Poppins"/>
              <a:sym typeface="Poppins"/>
            </a:endParaRPr>
          </a:p>
        </p:txBody>
      </p:sp>
      <p:sp>
        <p:nvSpPr>
          <p:cNvPr id="484" name="Google Shape;484;p77"/>
          <p:cNvSpPr txBox="1"/>
          <p:nvPr/>
        </p:nvSpPr>
        <p:spPr>
          <a:xfrm>
            <a:off x="4510300" y="2616575"/>
            <a:ext cx="4183200" cy="2526300"/>
          </a:xfrm>
          <a:prstGeom prst="rect">
            <a:avLst/>
          </a:prstGeom>
          <a:noFill/>
          <a:ln>
            <a:noFill/>
          </a:ln>
        </p:spPr>
        <p:txBody>
          <a:bodyPr anchorCtr="0" anchor="t" bIns="45700" lIns="91425" spcFirstLastPara="1" rIns="91425" wrap="square" tIns="45700">
            <a:noAutofit/>
          </a:bodyPr>
          <a:lstStyle/>
          <a:p>
            <a:pPr indent="0" lvl="0" marL="0" marR="0" rtl="0" algn="l">
              <a:lnSpc>
                <a:spcPct val="128571"/>
              </a:lnSpc>
              <a:spcBef>
                <a:spcPts val="1000"/>
              </a:spcBef>
              <a:spcAft>
                <a:spcPts val="0"/>
              </a:spcAft>
              <a:buClr>
                <a:srgbClr val="3A3838"/>
              </a:buClr>
              <a:buSzPts val="1400"/>
              <a:buFont typeface="Arial"/>
              <a:buNone/>
            </a:pPr>
            <a:r>
              <a:rPr b="1" lang="en-US" sz="3000">
                <a:solidFill>
                  <a:srgbClr val="3A3838"/>
                </a:solidFill>
                <a:latin typeface="Poppins SemiBold"/>
                <a:ea typeface="Poppins SemiBold"/>
                <a:cs typeface="Poppins SemiBold"/>
                <a:sym typeface="Poppins SemiBold"/>
              </a:rPr>
              <a:t>&lt;HTML </a:t>
            </a:r>
            <a:r>
              <a:rPr b="1" lang="en-US" sz="3000">
                <a:solidFill>
                  <a:schemeClr val="accent4"/>
                </a:solidFill>
                <a:latin typeface="Poppins SemiBold"/>
                <a:ea typeface="Poppins SemiBold"/>
                <a:cs typeface="Poppins SemiBold"/>
                <a:sym typeface="Poppins SemiBold"/>
              </a:rPr>
              <a:t>dir</a:t>
            </a:r>
            <a:r>
              <a:rPr b="1" lang="en-US" sz="3000">
                <a:solidFill>
                  <a:srgbClr val="3A3838"/>
                </a:solidFill>
                <a:latin typeface="Poppins SemiBold"/>
                <a:ea typeface="Poppins SemiBold"/>
                <a:cs typeface="Poppins SemiBold"/>
                <a:sym typeface="Poppins SemiBold"/>
              </a:rPr>
              <a:t> = “</a:t>
            </a:r>
            <a:r>
              <a:rPr b="1" lang="en-US" sz="3000">
                <a:solidFill>
                  <a:schemeClr val="accent4"/>
                </a:solidFill>
                <a:latin typeface="Poppins SemiBold"/>
                <a:ea typeface="Poppins SemiBold"/>
                <a:cs typeface="Poppins SemiBold"/>
                <a:sym typeface="Poppins SemiBold"/>
              </a:rPr>
              <a:t>auto</a:t>
            </a:r>
            <a:r>
              <a:rPr b="1" lang="en-US" sz="3000">
                <a:solidFill>
                  <a:srgbClr val="3A3838"/>
                </a:solidFill>
                <a:latin typeface="Poppins SemiBold"/>
                <a:ea typeface="Poppins SemiBold"/>
                <a:cs typeface="Poppins SemiBold"/>
                <a:sym typeface="Poppins SemiBold"/>
              </a:rPr>
              <a:t>”&gt;</a:t>
            </a:r>
            <a:endParaRPr b="1" sz="3000">
              <a:solidFill>
                <a:srgbClr val="3A3838"/>
              </a:solidFill>
              <a:latin typeface="Poppins SemiBold"/>
              <a:ea typeface="Poppins SemiBold"/>
              <a:cs typeface="Poppins SemiBold"/>
              <a:sym typeface="Poppins SemiBold"/>
            </a:endParaRPr>
          </a:p>
          <a:p>
            <a:pPr indent="0" lvl="0" marL="0" marR="0" rtl="0" algn="l">
              <a:lnSpc>
                <a:spcPct val="163636"/>
              </a:lnSpc>
              <a:spcBef>
                <a:spcPts val="1000"/>
              </a:spcBef>
              <a:spcAft>
                <a:spcPts val="0"/>
              </a:spcAft>
              <a:buClr>
                <a:srgbClr val="A5A5A5"/>
              </a:buClr>
              <a:buSzPts val="1100"/>
              <a:buFont typeface="Arial"/>
              <a:buNone/>
            </a:pPr>
            <a:r>
              <a:rPr lang="en-US" sz="2400">
                <a:solidFill>
                  <a:srgbClr val="A5A5A5"/>
                </a:solidFill>
                <a:latin typeface="Poppins"/>
                <a:ea typeface="Poppins"/>
                <a:cs typeface="Poppins"/>
                <a:sym typeface="Poppins"/>
              </a:rPr>
              <a:t>This detects direction of the paragraph automatically.</a:t>
            </a:r>
            <a:endParaRPr b="1" sz="2400">
              <a:solidFill>
                <a:schemeClr val="dk1"/>
              </a:solidFill>
              <a:latin typeface="Poppins"/>
              <a:ea typeface="Poppins"/>
              <a:cs typeface="Poppins"/>
              <a:sym typeface="Poppins"/>
            </a:endParaRPr>
          </a:p>
        </p:txBody>
      </p:sp>
      <p:sp>
        <p:nvSpPr>
          <p:cNvPr id="485" name="Google Shape;485;p77"/>
          <p:cNvSpPr txBox="1"/>
          <p:nvPr/>
        </p:nvSpPr>
        <p:spPr>
          <a:xfrm>
            <a:off x="8580300" y="2671175"/>
            <a:ext cx="3424800" cy="2526300"/>
          </a:xfrm>
          <a:prstGeom prst="rect">
            <a:avLst/>
          </a:prstGeom>
          <a:noFill/>
          <a:ln>
            <a:noFill/>
          </a:ln>
        </p:spPr>
        <p:txBody>
          <a:bodyPr anchorCtr="0" anchor="t" bIns="45700" lIns="91425" spcFirstLastPara="1" rIns="91425" wrap="square" tIns="45700">
            <a:noAutofit/>
          </a:bodyPr>
          <a:lstStyle/>
          <a:p>
            <a:pPr indent="0" lvl="0" marL="0" marR="0" rtl="0" algn="l">
              <a:lnSpc>
                <a:spcPct val="128571"/>
              </a:lnSpc>
              <a:spcBef>
                <a:spcPts val="1000"/>
              </a:spcBef>
              <a:spcAft>
                <a:spcPts val="0"/>
              </a:spcAft>
              <a:buClr>
                <a:srgbClr val="3A3838"/>
              </a:buClr>
              <a:buSzPts val="1400"/>
              <a:buFont typeface="Arial"/>
              <a:buNone/>
            </a:pPr>
            <a:r>
              <a:rPr b="1" lang="en-US" sz="2400">
                <a:solidFill>
                  <a:srgbClr val="3A3838"/>
                </a:solidFill>
                <a:latin typeface="Poppins SemiBold"/>
                <a:ea typeface="Poppins SemiBold"/>
                <a:cs typeface="Poppins SemiBold"/>
                <a:sym typeface="Poppins SemiBold"/>
              </a:rPr>
              <a:t>text-align: left </a:t>
            </a:r>
            <a:endParaRPr b="1" sz="2400">
              <a:solidFill>
                <a:srgbClr val="3A3838"/>
              </a:solidFill>
              <a:latin typeface="Poppins SemiBold"/>
              <a:ea typeface="Poppins SemiBold"/>
              <a:cs typeface="Poppins SemiBold"/>
              <a:sym typeface="Poppins SemiBold"/>
            </a:endParaRPr>
          </a:p>
          <a:p>
            <a:pPr indent="0" lvl="0" marL="0" marR="0" rtl="0" algn="l">
              <a:lnSpc>
                <a:spcPct val="128571"/>
              </a:lnSpc>
              <a:spcBef>
                <a:spcPts val="1000"/>
              </a:spcBef>
              <a:spcAft>
                <a:spcPts val="0"/>
              </a:spcAft>
              <a:buClr>
                <a:srgbClr val="3A3838"/>
              </a:buClr>
              <a:buSzPts val="1400"/>
              <a:buFont typeface="Arial"/>
              <a:buNone/>
            </a:pPr>
            <a:r>
              <a:rPr b="1" lang="en-US" sz="2400">
                <a:solidFill>
                  <a:srgbClr val="3A3838"/>
                </a:solidFill>
                <a:latin typeface="Poppins SemiBold"/>
                <a:ea typeface="Poppins SemiBold"/>
                <a:cs typeface="Poppins SemiBold"/>
                <a:sym typeface="Poppins SemiBold"/>
              </a:rPr>
              <a:t>text-align: </a:t>
            </a:r>
            <a:r>
              <a:rPr b="1" lang="en-US" sz="2400">
                <a:solidFill>
                  <a:schemeClr val="accent6"/>
                </a:solidFill>
                <a:latin typeface="Poppins SemiBold"/>
                <a:ea typeface="Poppins SemiBold"/>
                <a:cs typeface="Poppins SemiBold"/>
                <a:sym typeface="Poppins SemiBold"/>
              </a:rPr>
              <a:t>start</a:t>
            </a:r>
            <a:endParaRPr b="1" sz="2400">
              <a:solidFill>
                <a:schemeClr val="accent6"/>
              </a:solidFill>
              <a:latin typeface="Poppins SemiBold"/>
              <a:ea typeface="Poppins SemiBold"/>
              <a:cs typeface="Poppins SemiBold"/>
              <a:sym typeface="Poppins SemiBold"/>
            </a:endParaRPr>
          </a:p>
          <a:p>
            <a:pPr indent="0" lvl="0" marL="0" marR="0" rtl="0" algn="l">
              <a:lnSpc>
                <a:spcPct val="128571"/>
              </a:lnSpc>
              <a:spcBef>
                <a:spcPts val="1000"/>
              </a:spcBef>
              <a:spcAft>
                <a:spcPts val="0"/>
              </a:spcAft>
              <a:buClr>
                <a:srgbClr val="3A3838"/>
              </a:buClr>
              <a:buSzPts val="1400"/>
              <a:buFont typeface="Arial"/>
              <a:buNone/>
            </a:pPr>
            <a:r>
              <a:t/>
            </a:r>
            <a:endParaRPr b="1" sz="2400">
              <a:solidFill>
                <a:schemeClr val="accent6"/>
              </a:solidFill>
              <a:latin typeface="Poppins SemiBold"/>
              <a:ea typeface="Poppins SemiBold"/>
              <a:cs typeface="Poppins SemiBold"/>
              <a:sym typeface="Poppins SemiBold"/>
            </a:endParaRPr>
          </a:p>
          <a:p>
            <a:pPr indent="0" lvl="0" marL="0" marR="0" rtl="0" algn="l">
              <a:lnSpc>
                <a:spcPct val="128571"/>
              </a:lnSpc>
              <a:spcBef>
                <a:spcPts val="1000"/>
              </a:spcBef>
              <a:spcAft>
                <a:spcPts val="0"/>
              </a:spcAft>
              <a:buClr>
                <a:srgbClr val="3A3838"/>
              </a:buClr>
              <a:buSzPts val="1400"/>
              <a:buFont typeface="Arial"/>
              <a:buNone/>
            </a:pPr>
            <a:r>
              <a:rPr b="1" lang="en-US" sz="2400">
                <a:solidFill>
                  <a:srgbClr val="3A3838"/>
                </a:solidFill>
                <a:latin typeface="Poppins SemiBold"/>
                <a:ea typeface="Poppins SemiBold"/>
                <a:cs typeface="Poppins SemiBold"/>
                <a:sym typeface="Poppins SemiBold"/>
              </a:rPr>
              <a:t>margin-left: 2 em;</a:t>
            </a:r>
            <a:endParaRPr b="1" sz="2400">
              <a:solidFill>
                <a:srgbClr val="3A3838"/>
              </a:solidFill>
              <a:latin typeface="Poppins SemiBold"/>
              <a:ea typeface="Poppins SemiBold"/>
              <a:cs typeface="Poppins SemiBold"/>
              <a:sym typeface="Poppins SemiBold"/>
            </a:endParaRPr>
          </a:p>
          <a:p>
            <a:pPr indent="0" lvl="0" marL="0" marR="0" rtl="0" algn="l">
              <a:lnSpc>
                <a:spcPct val="128571"/>
              </a:lnSpc>
              <a:spcBef>
                <a:spcPts val="1000"/>
              </a:spcBef>
              <a:spcAft>
                <a:spcPts val="0"/>
              </a:spcAft>
              <a:buClr>
                <a:srgbClr val="3A3838"/>
              </a:buClr>
              <a:buSzPts val="1400"/>
              <a:buFont typeface="Arial"/>
              <a:buNone/>
            </a:pPr>
            <a:r>
              <a:rPr b="1" lang="en-US" sz="2400">
                <a:solidFill>
                  <a:srgbClr val="3A3838"/>
                </a:solidFill>
                <a:latin typeface="Poppins SemiBold"/>
                <a:ea typeface="Poppins SemiBold"/>
                <a:cs typeface="Poppins SemiBold"/>
                <a:sym typeface="Poppins SemiBold"/>
              </a:rPr>
              <a:t>margin</a:t>
            </a:r>
            <a:r>
              <a:rPr b="1" lang="en-US" sz="2400">
                <a:solidFill>
                  <a:schemeClr val="accent6"/>
                </a:solidFill>
                <a:latin typeface="Poppins SemiBold"/>
                <a:ea typeface="Poppins SemiBold"/>
                <a:cs typeface="Poppins SemiBold"/>
                <a:sym typeface="Poppins SemiBold"/>
              </a:rPr>
              <a:t>-inline-start</a:t>
            </a:r>
            <a:r>
              <a:rPr b="1" lang="en-US" sz="2400">
                <a:solidFill>
                  <a:srgbClr val="3A3838"/>
                </a:solidFill>
                <a:latin typeface="Poppins SemiBold"/>
                <a:ea typeface="Poppins SemiBold"/>
                <a:cs typeface="Poppins SemiBold"/>
                <a:sym typeface="Poppins SemiBold"/>
              </a:rPr>
              <a:t>: 2em;</a:t>
            </a:r>
            <a:endParaRPr b="1" sz="2400">
              <a:solidFill>
                <a:schemeClr val="dk1"/>
              </a:solidFill>
              <a:latin typeface="Poppins"/>
              <a:ea typeface="Poppins"/>
              <a:cs typeface="Poppins"/>
              <a:sym typeface="Poppins"/>
            </a:endParaRPr>
          </a:p>
        </p:txBody>
      </p:sp>
    </p:spTree>
  </p:cSld>
  <p:clrMapOvr>
    <a:masterClrMapping/>
  </p:clrMapOvr>
  <p:transition spd="med">
    <p:push dir="r"/>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89" name="Shape 489"/>
        <p:cNvGrpSpPr/>
        <p:nvPr/>
      </p:nvGrpSpPr>
      <p:grpSpPr>
        <a:xfrm>
          <a:off x="0" y="0"/>
          <a:ext cx="0" cy="0"/>
          <a:chOff x="0" y="0"/>
          <a:chExt cx="0" cy="0"/>
        </a:xfrm>
      </p:grpSpPr>
      <p:sp>
        <p:nvSpPr>
          <p:cNvPr id="490" name="Google Shape;490;p78"/>
          <p:cNvSpPr txBox="1"/>
          <p:nvPr/>
        </p:nvSpPr>
        <p:spPr>
          <a:xfrm>
            <a:off x="579500" y="888125"/>
            <a:ext cx="10344300" cy="993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4400"/>
              <a:buFont typeface="Calibri"/>
              <a:buNone/>
            </a:pPr>
            <a:r>
              <a:rPr b="1" lang="en-US" sz="4400">
                <a:solidFill>
                  <a:schemeClr val="lt1"/>
                </a:solidFill>
                <a:latin typeface="Poppins SemiBold"/>
                <a:ea typeface="Poppins SemiBold"/>
                <a:cs typeface="Poppins SemiBold"/>
                <a:sym typeface="Poppins SemiBold"/>
              </a:rPr>
              <a:t>Use libraries as much as possible</a:t>
            </a:r>
            <a:endParaRPr b="1" sz="4400">
              <a:solidFill>
                <a:schemeClr val="lt1"/>
              </a:solidFill>
              <a:latin typeface="Arial"/>
              <a:ea typeface="Arial"/>
              <a:cs typeface="Arial"/>
              <a:sym typeface="Arial"/>
            </a:endParaRPr>
          </a:p>
        </p:txBody>
      </p:sp>
      <p:sp>
        <p:nvSpPr>
          <p:cNvPr id="491" name="Google Shape;491;p78"/>
          <p:cNvSpPr txBox="1"/>
          <p:nvPr/>
        </p:nvSpPr>
        <p:spPr>
          <a:xfrm>
            <a:off x="628250" y="2331825"/>
            <a:ext cx="10551600" cy="2599800"/>
          </a:xfrm>
          <a:prstGeom prst="rect">
            <a:avLst/>
          </a:prstGeom>
          <a:noFill/>
          <a:ln>
            <a:noFill/>
          </a:ln>
        </p:spPr>
        <p:txBody>
          <a:bodyPr anchorCtr="0" anchor="t" bIns="45700" lIns="91425" spcFirstLastPara="1" rIns="91425" wrap="square" tIns="45700">
            <a:noAutofit/>
          </a:bodyPr>
          <a:lstStyle/>
          <a:p>
            <a:pPr indent="-533400" lvl="0" marL="457200" marR="0" rtl="0" algn="l">
              <a:lnSpc>
                <a:spcPct val="128571"/>
              </a:lnSpc>
              <a:spcBef>
                <a:spcPts val="1000"/>
              </a:spcBef>
              <a:spcAft>
                <a:spcPts val="0"/>
              </a:spcAft>
              <a:buClr>
                <a:schemeClr val="lt1"/>
              </a:buClr>
              <a:buSzPts val="4800"/>
              <a:buFont typeface="Poppins"/>
              <a:buChar char="●"/>
            </a:pPr>
            <a:r>
              <a:rPr lang="en-US" sz="4800">
                <a:solidFill>
                  <a:schemeClr val="lt1"/>
                </a:solidFill>
                <a:latin typeface="Poppins"/>
                <a:ea typeface="Poppins"/>
                <a:cs typeface="Poppins"/>
                <a:sym typeface="Poppins"/>
              </a:rPr>
              <a:t>GlobalizeJS</a:t>
            </a:r>
            <a:endParaRPr sz="4800">
              <a:solidFill>
                <a:schemeClr val="lt1"/>
              </a:solidFill>
              <a:latin typeface="Poppins"/>
              <a:ea typeface="Poppins"/>
              <a:cs typeface="Poppins"/>
              <a:sym typeface="Poppins"/>
            </a:endParaRPr>
          </a:p>
          <a:p>
            <a:pPr indent="-533400" lvl="0" marL="457200" rtl="0" algn="l">
              <a:lnSpc>
                <a:spcPct val="128571"/>
              </a:lnSpc>
              <a:spcBef>
                <a:spcPts val="0"/>
              </a:spcBef>
              <a:spcAft>
                <a:spcPts val="0"/>
              </a:spcAft>
              <a:buClr>
                <a:schemeClr val="lt1"/>
              </a:buClr>
              <a:buSzPts val="4800"/>
              <a:buChar char="●"/>
            </a:pPr>
            <a:r>
              <a:rPr lang="en-US" sz="4800">
                <a:solidFill>
                  <a:schemeClr val="lt1"/>
                </a:solidFill>
                <a:latin typeface="Consolas"/>
                <a:ea typeface="Consolas"/>
                <a:cs typeface="Consolas"/>
                <a:sym typeface="Consolas"/>
              </a:rPr>
              <a:t>gettext</a:t>
            </a:r>
            <a:r>
              <a:rPr lang="en-US" sz="4800">
                <a:solidFill>
                  <a:schemeClr val="lt1"/>
                </a:solidFill>
                <a:latin typeface="Poppins"/>
                <a:ea typeface="Poppins"/>
                <a:cs typeface="Poppins"/>
                <a:sym typeface="Poppins"/>
              </a:rPr>
              <a:t> and various flavors  (PHP/WordPress, Python)</a:t>
            </a:r>
            <a:endParaRPr sz="4800">
              <a:solidFill>
                <a:schemeClr val="lt1"/>
              </a:solidFill>
              <a:latin typeface="Poppins"/>
              <a:ea typeface="Poppins"/>
              <a:cs typeface="Poppins"/>
              <a:sym typeface="Poppins"/>
            </a:endParaRPr>
          </a:p>
          <a:p>
            <a:pPr indent="-533400" lvl="0" marL="457200" rtl="0" algn="l">
              <a:lnSpc>
                <a:spcPct val="128571"/>
              </a:lnSpc>
              <a:spcBef>
                <a:spcPts val="0"/>
              </a:spcBef>
              <a:spcAft>
                <a:spcPts val="0"/>
              </a:spcAft>
              <a:buClr>
                <a:schemeClr val="lt1"/>
              </a:buClr>
              <a:buSzPts val="4800"/>
              <a:buFont typeface="Poppins"/>
              <a:buChar char="●"/>
            </a:pPr>
            <a:r>
              <a:rPr lang="en-US" sz="4800">
                <a:solidFill>
                  <a:schemeClr val="lt1"/>
                </a:solidFill>
                <a:latin typeface="Poppins"/>
                <a:ea typeface="Poppins"/>
                <a:cs typeface="Poppins"/>
                <a:sym typeface="Poppins"/>
              </a:rPr>
              <a:t>Date.js and Moment.js</a:t>
            </a:r>
            <a:endParaRPr sz="4800">
              <a:solidFill>
                <a:schemeClr val="lt1"/>
              </a:solidFill>
              <a:latin typeface="Poppins"/>
              <a:ea typeface="Poppins"/>
              <a:cs typeface="Poppins"/>
              <a:sym typeface="Poppins"/>
            </a:endParaRPr>
          </a:p>
          <a:p>
            <a:pPr indent="0" lvl="0" marL="0" marR="0" rtl="0" algn="l">
              <a:lnSpc>
                <a:spcPct val="163636"/>
              </a:lnSpc>
              <a:spcBef>
                <a:spcPts val="1000"/>
              </a:spcBef>
              <a:spcAft>
                <a:spcPts val="0"/>
              </a:spcAft>
              <a:buClr>
                <a:srgbClr val="A5A5A5"/>
              </a:buClr>
              <a:buSzPts val="1100"/>
              <a:buFont typeface="Arial"/>
              <a:buNone/>
            </a:pPr>
            <a:r>
              <a:t/>
            </a:r>
            <a:endParaRPr b="1" sz="4800">
              <a:solidFill>
                <a:schemeClr val="lt1"/>
              </a:solidFill>
              <a:latin typeface="Poppins"/>
              <a:ea typeface="Poppins"/>
              <a:cs typeface="Poppins"/>
              <a:sym typeface="Poppins"/>
            </a:endParaRPr>
          </a:p>
        </p:txBody>
      </p:sp>
    </p:spTree>
  </p:cSld>
  <p:clrMapOvr>
    <a:masterClrMapping/>
  </p:clrMapOvr>
  <p:transition spd="med">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9"/>
          <p:cNvSpPr/>
          <p:nvPr/>
        </p:nvSpPr>
        <p:spPr>
          <a:xfrm>
            <a:off x="0" y="0"/>
            <a:ext cx="12192000" cy="6858000"/>
          </a:xfrm>
          <a:prstGeom prst="rect">
            <a:avLst/>
          </a:prstGeom>
          <a:solidFill>
            <a:srgbClr val="E5EC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7" name="Google Shape;497;p79"/>
          <p:cNvSpPr txBox="1"/>
          <p:nvPr/>
        </p:nvSpPr>
        <p:spPr>
          <a:xfrm>
            <a:off x="4527171" y="4746725"/>
            <a:ext cx="6690000" cy="13530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4400"/>
              <a:buFont typeface="Poppins SemiBold"/>
              <a:buNone/>
            </a:pPr>
            <a:r>
              <a:rPr b="1" lang="en-US" sz="4400">
                <a:solidFill>
                  <a:schemeClr val="accent1"/>
                </a:solidFill>
                <a:latin typeface="Poppins SemiBold"/>
                <a:ea typeface="Poppins SemiBold"/>
                <a:cs typeface="Poppins SemiBold"/>
                <a:sym typeface="Poppins SemiBold"/>
              </a:rPr>
              <a:t>Server-Side: DEMO</a:t>
            </a:r>
            <a:endParaRPr b="1" sz="4000">
              <a:solidFill>
                <a:schemeClr val="accent1"/>
              </a:solidFill>
              <a:latin typeface="Arial"/>
              <a:ea typeface="Arial"/>
              <a:cs typeface="Arial"/>
              <a:sym typeface="Arial"/>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80"/>
          <p:cNvSpPr txBox="1"/>
          <p:nvPr/>
        </p:nvSpPr>
        <p:spPr>
          <a:xfrm>
            <a:off x="568575" y="494850"/>
            <a:ext cx="10344300" cy="993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4400"/>
              <a:buFont typeface="Calibri"/>
              <a:buNone/>
            </a:pPr>
            <a:r>
              <a:rPr b="1" lang="en-US" sz="4400">
                <a:solidFill>
                  <a:srgbClr val="3A3838"/>
                </a:solidFill>
                <a:latin typeface="Poppins SemiBold"/>
                <a:ea typeface="Poppins SemiBold"/>
                <a:cs typeface="Poppins SemiBold"/>
                <a:sym typeface="Poppins SemiBold"/>
              </a:rPr>
              <a:t>Google i18n</a:t>
            </a:r>
            <a:r>
              <a:rPr b="1" lang="en-US" sz="4400">
                <a:solidFill>
                  <a:srgbClr val="3A3838"/>
                </a:solidFill>
                <a:latin typeface="Poppins SemiBold"/>
                <a:ea typeface="Poppins SemiBold"/>
                <a:cs typeface="Poppins SemiBold"/>
                <a:sym typeface="Poppins SemiBold"/>
              </a:rPr>
              <a:t> Resources</a:t>
            </a:r>
            <a:endParaRPr b="1" sz="4400">
              <a:solidFill>
                <a:srgbClr val="3A3838"/>
              </a:solidFill>
              <a:latin typeface="Arial"/>
              <a:ea typeface="Arial"/>
              <a:cs typeface="Arial"/>
              <a:sym typeface="Arial"/>
            </a:endParaRPr>
          </a:p>
        </p:txBody>
      </p:sp>
      <p:pic>
        <p:nvPicPr>
          <p:cNvPr id="503" name="Google Shape;503;p80">
            <a:hlinkClick r:id="rId3"/>
          </p:cNvPr>
          <p:cNvPicPr preferRelativeResize="0"/>
          <p:nvPr/>
        </p:nvPicPr>
        <p:blipFill>
          <a:blip r:embed="rId4">
            <a:alphaModFix/>
          </a:blip>
          <a:stretch>
            <a:fillRect/>
          </a:stretch>
        </p:blipFill>
        <p:spPr>
          <a:xfrm>
            <a:off x="3276725" y="1488450"/>
            <a:ext cx="5638551" cy="5064750"/>
          </a:xfrm>
          <a:prstGeom prst="rect">
            <a:avLst/>
          </a:prstGeom>
          <a:noFill/>
          <a:ln>
            <a:noFill/>
          </a:ln>
        </p:spPr>
      </p:pic>
    </p:spTree>
  </p:cSld>
  <p:clrMapOvr>
    <a:masterClrMapping/>
  </p:clrMapOvr>
  <p:transition spd="med">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1"/>
          <p:cNvSpPr/>
          <p:nvPr/>
        </p:nvSpPr>
        <p:spPr>
          <a:xfrm>
            <a:off x="0" y="0"/>
            <a:ext cx="12192000" cy="6858000"/>
          </a:xfrm>
          <a:prstGeom prst="rect">
            <a:avLst/>
          </a:prstGeom>
          <a:solidFill>
            <a:srgbClr val="E5EC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9" name="Google Shape;509;p81"/>
          <p:cNvSpPr txBox="1"/>
          <p:nvPr/>
        </p:nvSpPr>
        <p:spPr>
          <a:xfrm>
            <a:off x="787050" y="5121275"/>
            <a:ext cx="10815600" cy="13530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4400"/>
              <a:buFont typeface="Poppins SemiBold"/>
              <a:buNone/>
            </a:pPr>
            <a:r>
              <a:rPr b="1" lang="en-US" sz="3600">
                <a:solidFill>
                  <a:schemeClr val="dk2"/>
                </a:solidFill>
                <a:latin typeface="Poppins SemiBold"/>
                <a:ea typeface="Poppins SemiBold"/>
                <a:cs typeface="Poppins SemiBold"/>
                <a:sym typeface="Poppins SemiBold"/>
              </a:rPr>
              <a:t>https://github.com/vphilipnyc/international</a:t>
            </a:r>
            <a:endParaRPr b="1" sz="3600">
              <a:solidFill>
                <a:schemeClr val="dk2"/>
              </a:solidFill>
              <a:latin typeface="Poppins SemiBold"/>
              <a:ea typeface="Poppins SemiBold"/>
              <a:cs typeface="Poppins SemiBold"/>
              <a:sym typeface="Poppins SemiBold"/>
            </a:endParaRPr>
          </a:p>
          <a:p>
            <a:pPr indent="0" lvl="0" marL="0" marR="0" rtl="0" algn="ctr">
              <a:lnSpc>
                <a:spcPct val="90000"/>
              </a:lnSpc>
              <a:spcBef>
                <a:spcPts val="0"/>
              </a:spcBef>
              <a:spcAft>
                <a:spcPts val="0"/>
              </a:spcAft>
              <a:buClr>
                <a:schemeClr val="lt1"/>
              </a:buClr>
              <a:buSzPts val="4400"/>
              <a:buFont typeface="Poppins SemiBold"/>
              <a:buNone/>
            </a:pPr>
            <a:r>
              <a:rPr b="1" lang="en-US" sz="3600">
                <a:solidFill>
                  <a:schemeClr val="dk2"/>
                </a:solidFill>
                <a:latin typeface="Qwigley"/>
                <a:ea typeface="Qwigley"/>
                <a:cs typeface="Qwigley"/>
                <a:sym typeface="Qwigley"/>
              </a:rPr>
              <a:t>Vielen Dank</a:t>
            </a:r>
            <a:endParaRPr b="1" sz="3600">
              <a:solidFill>
                <a:schemeClr val="dk2"/>
              </a:solidFill>
              <a:latin typeface="Qwigley"/>
              <a:ea typeface="Qwigley"/>
              <a:cs typeface="Qwigley"/>
              <a:sym typeface="Qwigley"/>
            </a:endParaRPr>
          </a:p>
        </p:txBody>
      </p:sp>
      <p:pic>
        <p:nvPicPr>
          <p:cNvPr id="510" name="Google Shape;510;p81"/>
          <p:cNvPicPr preferRelativeResize="0"/>
          <p:nvPr/>
        </p:nvPicPr>
        <p:blipFill>
          <a:blip r:embed="rId3">
            <a:alphaModFix/>
          </a:blip>
          <a:stretch>
            <a:fillRect/>
          </a:stretch>
        </p:blipFill>
        <p:spPr>
          <a:xfrm>
            <a:off x="4592550" y="1581875"/>
            <a:ext cx="2857500" cy="2857500"/>
          </a:xfrm>
          <a:prstGeom prst="rect">
            <a:avLst/>
          </a:prstGeom>
          <a:noFill/>
          <a:ln>
            <a:noFill/>
          </a:ln>
        </p:spPr>
      </p:pic>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82"/>
          <p:cNvSpPr/>
          <p:nvPr/>
        </p:nvSpPr>
        <p:spPr>
          <a:xfrm>
            <a:off x="0" y="0"/>
            <a:ext cx="12192000" cy="6858000"/>
          </a:xfrm>
          <a:prstGeom prst="rect">
            <a:avLst/>
          </a:prstGeom>
          <a:solidFill>
            <a:srgbClr val="1716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6" name="Google Shape;516;p82"/>
          <p:cNvSpPr txBox="1"/>
          <p:nvPr/>
        </p:nvSpPr>
        <p:spPr>
          <a:xfrm>
            <a:off x="6335712" y="4746725"/>
            <a:ext cx="4881600" cy="13530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4400"/>
              <a:buFont typeface="Poppins SemiBold"/>
              <a:buNone/>
            </a:pPr>
            <a:r>
              <a:rPr b="1" lang="en-US" sz="4400">
                <a:solidFill>
                  <a:schemeClr val="lt1"/>
                </a:solidFill>
                <a:latin typeface="Poppins SemiBold"/>
                <a:ea typeface="Poppins SemiBold"/>
                <a:cs typeface="Poppins SemiBold"/>
                <a:sym typeface="Poppins SemiBold"/>
              </a:rPr>
              <a:t>APPENDIX</a:t>
            </a:r>
            <a:endParaRPr b="1" sz="4000">
              <a:solidFill>
                <a:schemeClr val="lt1"/>
              </a:solidFill>
              <a:latin typeface="Arial"/>
              <a:ea typeface="Arial"/>
              <a:cs typeface="Arial"/>
              <a:sym typeface="Arial"/>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520" name="Shape 520"/>
        <p:cNvGrpSpPr/>
        <p:nvPr/>
      </p:nvGrpSpPr>
      <p:grpSpPr>
        <a:xfrm>
          <a:off x="0" y="0"/>
          <a:ext cx="0" cy="0"/>
          <a:chOff x="0" y="0"/>
          <a:chExt cx="0" cy="0"/>
        </a:xfrm>
      </p:grpSpPr>
      <p:pic>
        <p:nvPicPr>
          <p:cNvPr id="521" name="Google Shape;521;p83"/>
          <p:cNvPicPr preferRelativeResize="0"/>
          <p:nvPr/>
        </p:nvPicPr>
        <p:blipFill>
          <a:blip r:embed="rId3">
            <a:alphaModFix/>
          </a:blip>
          <a:stretch>
            <a:fillRect/>
          </a:stretch>
        </p:blipFill>
        <p:spPr>
          <a:xfrm>
            <a:off x="0" y="1350300"/>
            <a:ext cx="6798525" cy="5583900"/>
          </a:xfrm>
          <a:prstGeom prst="rect">
            <a:avLst/>
          </a:prstGeom>
          <a:noFill/>
          <a:ln>
            <a:noFill/>
          </a:ln>
        </p:spPr>
      </p:pic>
      <p:pic>
        <p:nvPicPr>
          <p:cNvPr id="522" name="Google Shape;522;p83"/>
          <p:cNvPicPr preferRelativeResize="0"/>
          <p:nvPr/>
        </p:nvPicPr>
        <p:blipFill>
          <a:blip r:embed="rId4">
            <a:alphaModFix/>
          </a:blip>
          <a:stretch>
            <a:fillRect/>
          </a:stretch>
        </p:blipFill>
        <p:spPr>
          <a:xfrm>
            <a:off x="6901775" y="3102075"/>
            <a:ext cx="4936274" cy="3049277"/>
          </a:xfrm>
          <a:prstGeom prst="rect">
            <a:avLst/>
          </a:prstGeom>
          <a:noFill/>
          <a:ln>
            <a:noFill/>
          </a:ln>
        </p:spPr>
      </p:pic>
      <p:sp>
        <p:nvSpPr>
          <p:cNvPr id="523" name="Google Shape;523;p83"/>
          <p:cNvSpPr txBox="1"/>
          <p:nvPr/>
        </p:nvSpPr>
        <p:spPr>
          <a:xfrm>
            <a:off x="6465425" y="1728575"/>
            <a:ext cx="5719200" cy="993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4400"/>
              <a:buFont typeface="Calibri"/>
              <a:buNone/>
            </a:pPr>
            <a:r>
              <a:rPr b="1" lang="en-US" sz="3600">
                <a:solidFill>
                  <a:srgbClr val="F6B26B"/>
                </a:solidFill>
                <a:latin typeface="Poppins SemiBold"/>
                <a:ea typeface="Poppins SemiBold"/>
                <a:cs typeface="Poppins SemiBold"/>
                <a:sym typeface="Poppins SemiBold"/>
              </a:rPr>
              <a:t>en_US: “red crayon”</a:t>
            </a:r>
            <a:endParaRPr b="1" sz="3600">
              <a:solidFill>
                <a:srgbClr val="F6B26B"/>
              </a:solidFill>
              <a:latin typeface="Poppins SemiBold"/>
              <a:ea typeface="Poppins SemiBold"/>
              <a:cs typeface="Poppins SemiBold"/>
              <a:sym typeface="Poppins SemiBold"/>
            </a:endParaRPr>
          </a:p>
          <a:p>
            <a:pPr indent="0" lvl="0" marL="0" marR="0" rtl="0" algn="l">
              <a:lnSpc>
                <a:spcPct val="120000"/>
              </a:lnSpc>
              <a:spcBef>
                <a:spcPts val="0"/>
              </a:spcBef>
              <a:spcAft>
                <a:spcPts val="0"/>
              </a:spcAft>
              <a:buClr>
                <a:schemeClr val="dk1"/>
              </a:buClr>
              <a:buSzPts val="4400"/>
              <a:buFont typeface="Calibri"/>
              <a:buNone/>
            </a:pPr>
            <a:r>
              <a:rPr b="1" lang="en-US" sz="3600">
                <a:solidFill>
                  <a:srgbClr val="F6B26B"/>
                </a:solidFill>
                <a:latin typeface="Poppins SemiBold"/>
                <a:ea typeface="Poppins SemiBold"/>
                <a:cs typeface="Poppins SemiBold"/>
                <a:sym typeface="Poppins SemiBold"/>
              </a:rPr>
              <a:t>fr_FR: “crayon rouge”</a:t>
            </a:r>
            <a:endParaRPr b="1" sz="3600">
              <a:solidFill>
                <a:srgbClr val="F6B26B"/>
              </a:solidFill>
              <a:latin typeface="Poppins SemiBold"/>
              <a:ea typeface="Poppins SemiBold"/>
              <a:cs typeface="Poppins SemiBold"/>
              <a:sym typeface="Poppins SemiBold"/>
            </a:endParaRPr>
          </a:p>
        </p:txBody>
      </p:sp>
      <p:sp>
        <p:nvSpPr>
          <p:cNvPr id="524" name="Google Shape;524;p83"/>
          <p:cNvSpPr txBox="1"/>
          <p:nvPr/>
        </p:nvSpPr>
        <p:spPr>
          <a:xfrm>
            <a:off x="448800" y="431275"/>
            <a:ext cx="8086800" cy="993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4400"/>
              <a:buFont typeface="Calibri"/>
              <a:buNone/>
            </a:pPr>
            <a:r>
              <a:rPr b="1" lang="en-US" sz="3600">
                <a:solidFill>
                  <a:schemeClr val="lt1"/>
                </a:solidFill>
                <a:latin typeface="Poppins SemiBold"/>
                <a:ea typeface="Poppins SemiBold"/>
                <a:cs typeface="Poppins SemiBold"/>
                <a:sym typeface="Poppins SemiBold"/>
              </a:rPr>
              <a:t>Use Parameterized Strings</a:t>
            </a:r>
            <a:endParaRPr b="1" sz="3600">
              <a:solidFill>
                <a:schemeClr val="lt1"/>
              </a:solidFill>
              <a:latin typeface="Poppins SemiBold"/>
              <a:ea typeface="Poppins SemiBold"/>
              <a:cs typeface="Poppins SemiBold"/>
              <a:sym typeface="Poppins SemiBold"/>
            </a:endParaRPr>
          </a:p>
        </p:txBody>
      </p:sp>
    </p:spTree>
  </p:cSld>
  <p:clrMapOvr>
    <a:masterClrMapping/>
  </p:clrMapOvr>
  <p:transition spd="med">
    <p:fade thruBlk="1"/>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pic>
        <p:nvPicPr>
          <p:cNvPr id="529" name="Google Shape;529;p84"/>
          <p:cNvPicPr preferRelativeResize="0"/>
          <p:nvPr/>
        </p:nvPicPr>
        <p:blipFill>
          <a:blip r:embed="rId3">
            <a:alphaModFix/>
          </a:blip>
          <a:stretch>
            <a:fillRect/>
          </a:stretch>
        </p:blipFill>
        <p:spPr>
          <a:xfrm>
            <a:off x="-392150" y="-56625"/>
            <a:ext cx="12736551" cy="7153674"/>
          </a:xfrm>
          <a:prstGeom prst="rect">
            <a:avLst/>
          </a:prstGeom>
          <a:noFill/>
          <a:ln>
            <a:noFill/>
          </a:ln>
        </p:spPr>
      </p:pic>
      <p:pic>
        <p:nvPicPr>
          <p:cNvPr id="530" name="Google Shape;530;p84"/>
          <p:cNvPicPr preferRelativeResize="0"/>
          <p:nvPr/>
        </p:nvPicPr>
        <p:blipFill>
          <a:blip r:embed="rId4">
            <a:alphaModFix/>
          </a:blip>
          <a:stretch>
            <a:fillRect/>
          </a:stretch>
        </p:blipFill>
        <p:spPr>
          <a:xfrm>
            <a:off x="152400" y="3871500"/>
            <a:ext cx="3880851" cy="2834100"/>
          </a:xfrm>
          <a:prstGeom prst="rect">
            <a:avLst/>
          </a:prstGeom>
          <a:noFill/>
          <a:ln>
            <a:noFill/>
          </a:ln>
        </p:spPr>
      </p:pic>
      <p:sp>
        <p:nvSpPr>
          <p:cNvPr id="531" name="Google Shape;531;p84"/>
          <p:cNvSpPr txBox="1"/>
          <p:nvPr/>
        </p:nvSpPr>
        <p:spPr>
          <a:xfrm>
            <a:off x="6693650" y="5190900"/>
            <a:ext cx="5821200" cy="1514700"/>
          </a:xfrm>
          <a:prstGeom prst="rect">
            <a:avLst/>
          </a:prstGeom>
          <a:noFill/>
          <a:ln>
            <a:noFill/>
          </a:ln>
        </p:spPr>
        <p:txBody>
          <a:bodyPr anchorCtr="0" anchor="t" bIns="45700" lIns="91425" spcFirstLastPara="1" rIns="91425" wrap="square" tIns="45700">
            <a:noAutofit/>
          </a:bodyPr>
          <a:lstStyle/>
          <a:p>
            <a:pPr indent="0" lvl="0" marL="0" rtl="0" algn="ctr">
              <a:lnSpc>
                <a:spcPct val="163636"/>
              </a:lnSpc>
              <a:spcBef>
                <a:spcPts val="1000"/>
              </a:spcBef>
              <a:spcAft>
                <a:spcPts val="0"/>
              </a:spcAft>
              <a:buClr>
                <a:schemeClr val="accent3"/>
              </a:buClr>
              <a:buSzPts val="1100"/>
              <a:buFont typeface="Arial"/>
              <a:buNone/>
            </a:pPr>
            <a:r>
              <a:rPr b="1" lang="en-US" sz="3600">
                <a:solidFill>
                  <a:schemeClr val="lt1"/>
                </a:solidFill>
                <a:latin typeface="Poppins SemiBold"/>
                <a:ea typeface="Poppins SemiBold"/>
                <a:cs typeface="Poppins SemiBold"/>
                <a:sym typeface="Poppins SemiBold"/>
              </a:rPr>
              <a:t>Vanuatu: Bislama</a:t>
            </a:r>
            <a:endParaRPr b="1" sz="3000">
              <a:solidFill>
                <a:schemeClr val="lt1"/>
              </a:solidFill>
              <a:latin typeface="Poppins SemiBold"/>
              <a:ea typeface="Poppins SemiBold"/>
              <a:cs typeface="Poppins SemiBold"/>
              <a:sym typeface="Poppins SemiBold"/>
            </a:endParaRPr>
          </a:p>
        </p:txBody>
      </p:sp>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35" name="Shape 535"/>
        <p:cNvGrpSpPr/>
        <p:nvPr/>
      </p:nvGrpSpPr>
      <p:grpSpPr>
        <a:xfrm>
          <a:off x="0" y="0"/>
          <a:ext cx="0" cy="0"/>
          <a:chOff x="0" y="0"/>
          <a:chExt cx="0" cy="0"/>
        </a:xfrm>
      </p:grpSpPr>
      <p:sp>
        <p:nvSpPr>
          <p:cNvPr id="536" name="Google Shape;536;p85"/>
          <p:cNvSpPr txBox="1"/>
          <p:nvPr/>
        </p:nvSpPr>
        <p:spPr>
          <a:xfrm>
            <a:off x="588600" y="2183300"/>
            <a:ext cx="11014800" cy="3233100"/>
          </a:xfrm>
          <a:prstGeom prst="rect">
            <a:avLst/>
          </a:prstGeom>
          <a:noFill/>
          <a:ln>
            <a:noFill/>
          </a:ln>
        </p:spPr>
        <p:txBody>
          <a:bodyPr anchorCtr="0" anchor="t" bIns="45700" lIns="91425" spcFirstLastPara="1" rIns="91425" wrap="square" tIns="45700">
            <a:noAutofit/>
          </a:bodyPr>
          <a:lstStyle/>
          <a:p>
            <a:pPr indent="0" lvl="0" marL="0" rtl="0" algn="ctr">
              <a:lnSpc>
                <a:spcPct val="163636"/>
              </a:lnSpc>
              <a:spcBef>
                <a:spcPts val="1000"/>
              </a:spcBef>
              <a:spcAft>
                <a:spcPts val="0"/>
              </a:spcAft>
              <a:buClr>
                <a:schemeClr val="accent3"/>
              </a:buClr>
              <a:buSzPts val="1100"/>
              <a:buFont typeface="Arial"/>
              <a:buNone/>
            </a:pPr>
            <a:r>
              <a:rPr b="1" lang="en-US" sz="3600">
                <a:solidFill>
                  <a:schemeClr val="lt1"/>
                </a:solidFill>
                <a:latin typeface="Poppins SemiBold"/>
                <a:ea typeface="Poppins SemiBold"/>
                <a:cs typeface="Poppins SemiBold"/>
                <a:sym typeface="Poppins SemiBold"/>
              </a:rPr>
              <a:t>nambawan</a:t>
            </a:r>
            <a:endParaRPr b="1" sz="3000">
              <a:solidFill>
                <a:schemeClr val="lt1"/>
              </a:solidFill>
              <a:latin typeface="Poppins SemiBold"/>
              <a:ea typeface="Poppins SemiBold"/>
              <a:cs typeface="Poppins SemiBold"/>
              <a:sym typeface="Poppins SemiBold"/>
            </a:endParaRPr>
          </a:p>
        </p:txBody>
      </p:sp>
      <p:sp>
        <p:nvSpPr>
          <p:cNvPr id="537" name="Google Shape;537;p85"/>
          <p:cNvSpPr txBox="1"/>
          <p:nvPr/>
        </p:nvSpPr>
        <p:spPr>
          <a:xfrm>
            <a:off x="588600" y="3197425"/>
            <a:ext cx="11014800" cy="1579500"/>
          </a:xfrm>
          <a:prstGeom prst="rect">
            <a:avLst/>
          </a:prstGeom>
          <a:noFill/>
          <a:ln>
            <a:noFill/>
          </a:ln>
        </p:spPr>
        <p:txBody>
          <a:bodyPr anchorCtr="0" anchor="t" bIns="45700" lIns="91425" spcFirstLastPara="1" rIns="91425" wrap="square" tIns="45700">
            <a:noAutofit/>
          </a:bodyPr>
          <a:lstStyle/>
          <a:p>
            <a:pPr indent="0" lvl="0" marL="0" rtl="0" algn="ctr">
              <a:lnSpc>
                <a:spcPct val="163636"/>
              </a:lnSpc>
              <a:spcBef>
                <a:spcPts val="1000"/>
              </a:spcBef>
              <a:spcAft>
                <a:spcPts val="0"/>
              </a:spcAft>
              <a:buClr>
                <a:schemeClr val="accent3"/>
              </a:buClr>
              <a:buSzPts val="1100"/>
              <a:buFont typeface="Arial"/>
              <a:buNone/>
            </a:pPr>
            <a:r>
              <a:rPr b="1" lang="en-US" sz="3600">
                <a:solidFill>
                  <a:schemeClr val="accent1"/>
                </a:solidFill>
                <a:latin typeface="Poppins SemiBold"/>
                <a:ea typeface="Poppins SemiBold"/>
                <a:cs typeface="Poppins SemiBold"/>
                <a:sym typeface="Poppins SemiBold"/>
              </a:rPr>
              <a:t>(</a:t>
            </a:r>
            <a:r>
              <a:rPr b="1" lang="en-US" sz="3000">
                <a:solidFill>
                  <a:schemeClr val="accent1"/>
                </a:solidFill>
                <a:latin typeface="Poppins SemiBold"/>
                <a:ea typeface="Poppins SemiBold"/>
                <a:cs typeface="Poppins SemiBold"/>
                <a:sym typeface="Poppins SemiBold"/>
              </a:rPr>
              <a:t>“number one”)</a:t>
            </a:r>
            <a:endParaRPr b="1" sz="3000">
              <a:solidFill>
                <a:schemeClr val="accent1"/>
              </a:solidFill>
              <a:latin typeface="Poppins SemiBold"/>
              <a:ea typeface="Poppins SemiBold"/>
              <a:cs typeface="Poppins SemiBold"/>
              <a:sym typeface="Poppins SemiBold"/>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1000"/>
                                        <p:tgtEl>
                                          <p:spTgt spid="5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41" name="Shape 541"/>
        <p:cNvGrpSpPr/>
        <p:nvPr/>
      </p:nvGrpSpPr>
      <p:grpSpPr>
        <a:xfrm>
          <a:off x="0" y="0"/>
          <a:ext cx="0" cy="0"/>
          <a:chOff x="0" y="0"/>
          <a:chExt cx="0" cy="0"/>
        </a:xfrm>
      </p:grpSpPr>
      <p:sp>
        <p:nvSpPr>
          <p:cNvPr id="542" name="Google Shape;542;p86"/>
          <p:cNvSpPr txBox="1"/>
          <p:nvPr/>
        </p:nvSpPr>
        <p:spPr>
          <a:xfrm>
            <a:off x="588600" y="2183300"/>
            <a:ext cx="11014800" cy="3233100"/>
          </a:xfrm>
          <a:prstGeom prst="rect">
            <a:avLst/>
          </a:prstGeom>
          <a:noFill/>
          <a:ln>
            <a:noFill/>
          </a:ln>
        </p:spPr>
        <p:txBody>
          <a:bodyPr anchorCtr="0" anchor="t" bIns="45700" lIns="91425" spcFirstLastPara="1" rIns="91425" wrap="square" tIns="45700">
            <a:noAutofit/>
          </a:bodyPr>
          <a:lstStyle/>
          <a:p>
            <a:pPr indent="0" lvl="0" marL="0" rtl="0" algn="ctr">
              <a:lnSpc>
                <a:spcPct val="163636"/>
              </a:lnSpc>
              <a:spcBef>
                <a:spcPts val="1000"/>
              </a:spcBef>
              <a:spcAft>
                <a:spcPts val="0"/>
              </a:spcAft>
              <a:buClr>
                <a:schemeClr val="accent3"/>
              </a:buClr>
              <a:buSzPts val="1100"/>
              <a:buFont typeface="Arial"/>
              <a:buNone/>
            </a:pPr>
            <a:r>
              <a:rPr b="1" lang="en-US" sz="3600">
                <a:solidFill>
                  <a:schemeClr val="lt1"/>
                </a:solidFill>
                <a:latin typeface="Poppins SemiBold"/>
                <a:ea typeface="Poppins SemiBold"/>
                <a:cs typeface="Poppins SemiBold"/>
                <a:sym typeface="Poppins SemiBold"/>
              </a:rPr>
              <a:t>fren</a:t>
            </a:r>
            <a:endParaRPr b="1" sz="3600">
              <a:solidFill>
                <a:schemeClr val="lt1"/>
              </a:solidFill>
              <a:latin typeface="Poppins SemiBold"/>
              <a:ea typeface="Poppins SemiBold"/>
              <a:cs typeface="Poppins SemiBold"/>
              <a:sym typeface="Poppins SemiBold"/>
            </a:endParaRPr>
          </a:p>
          <a:p>
            <a:pPr indent="0" lvl="0" marL="0" rtl="0" algn="ctr">
              <a:lnSpc>
                <a:spcPct val="163636"/>
              </a:lnSpc>
              <a:spcBef>
                <a:spcPts val="1000"/>
              </a:spcBef>
              <a:spcAft>
                <a:spcPts val="0"/>
              </a:spcAft>
              <a:buClr>
                <a:schemeClr val="accent3"/>
              </a:buClr>
              <a:buSzPts val="1100"/>
              <a:buFont typeface="Arial"/>
              <a:buNone/>
            </a:pPr>
            <a:r>
              <a:rPr b="1" lang="en-US" sz="3000">
                <a:solidFill>
                  <a:schemeClr val="accent1"/>
                </a:solidFill>
                <a:latin typeface="Poppins SemiBold"/>
                <a:ea typeface="Poppins SemiBold"/>
                <a:cs typeface="Poppins SemiBold"/>
                <a:sym typeface="Poppins SemiBold"/>
              </a:rPr>
              <a:t>(“friend”)</a:t>
            </a:r>
            <a:endParaRPr b="1" sz="3000">
              <a:solidFill>
                <a:schemeClr val="accent1"/>
              </a:solidFill>
              <a:latin typeface="Poppins SemiBold"/>
              <a:ea typeface="Poppins SemiBold"/>
              <a:cs typeface="Poppins SemiBold"/>
              <a:sym typeface="Poppins SemiBold"/>
            </a:endParaRPr>
          </a:p>
        </p:txBody>
      </p:sp>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46" name="Shape 546"/>
        <p:cNvGrpSpPr/>
        <p:nvPr/>
      </p:nvGrpSpPr>
      <p:grpSpPr>
        <a:xfrm>
          <a:off x="0" y="0"/>
          <a:ext cx="0" cy="0"/>
          <a:chOff x="0" y="0"/>
          <a:chExt cx="0" cy="0"/>
        </a:xfrm>
      </p:grpSpPr>
      <p:sp>
        <p:nvSpPr>
          <p:cNvPr id="547" name="Google Shape;547;p87"/>
          <p:cNvSpPr txBox="1"/>
          <p:nvPr/>
        </p:nvSpPr>
        <p:spPr>
          <a:xfrm>
            <a:off x="588600" y="2183300"/>
            <a:ext cx="11014800" cy="3233100"/>
          </a:xfrm>
          <a:prstGeom prst="rect">
            <a:avLst/>
          </a:prstGeom>
          <a:noFill/>
          <a:ln>
            <a:noFill/>
          </a:ln>
        </p:spPr>
        <p:txBody>
          <a:bodyPr anchorCtr="0" anchor="t" bIns="45700" lIns="91425" spcFirstLastPara="1" rIns="91425" wrap="square" tIns="45700">
            <a:noAutofit/>
          </a:bodyPr>
          <a:lstStyle/>
          <a:p>
            <a:pPr indent="0" lvl="0" marL="0" rtl="0" algn="ctr">
              <a:lnSpc>
                <a:spcPct val="163636"/>
              </a:lnSpc>
              <a:spcBef>
                <a:spcPts val="1000"/>
              </a:spcBef>
              <a:spcAft>
                <a:spcPts val="0"/>
              </a:spcAft>
              <a:buClr>
                <a:schemeClr val="accent3"/>
              </a:buClr>
              <a:buSzPts val="1100"/>
              <a:buFont typeface="Arial"/>
              <a:buNone/>
            </a:pPr>
            <a:r>
              <a:rPr b="1" lang="en-US" sz="3600">
                <a:solidFill>
                  <a:schemeClr val="lt1"/>
                </a:solidFill>
                <a:latin typeface="Poppins SemiBold"/>
                <a:ea typeface="Poppins SemiBold"/>
                <a:cs typeface="Poppins SemiBold"/>
                <a:sym typeface="Poppins SemiBold"/>
              </a:rPr>
              <a:t>bad </a:t>
            </a:r>
            <a:r>
              <a:rPr b="1" lang="en-US" sz="3600">
                <a:solidFill>
                  <a:schemeClr val="lt1"/>
                </a:solidFill>
                <a:latin typeface="Poppins SemiBold"/>
                <a:ea typeface="Poppins SemiBold"/>
                <a:cs typeface="Poppins SemiBold"/>
                <a:sym typeface="Poppins SemiBold"/>
              </a:rPr>
              <a:t>fren</a:t>
            </a:r>
            <a:endParaRPr b="1" sz="3600">
              <a:solidFill>
                <a:schemeClr val="lt1"/>
              </a:solidFill>
              <a:latin typeface="Poppins SemiBold"/>
              <a:ea typeface="Poppins SemiBold"/>
              <a:cs typeface="Poppins SemiBold"/>
              <a:sym typeface="Poppins SemiBold"/>
            </a:endParaRPr>
          </a:p>
          <a:p>
            <a:pPr indent="0" lvl="0" marL="0" rtl="0" algn="ctr">
              <a:lnSpc>
                <a:spcPct val="163636"/>
              </a:lnSpc>
              <a:spcBef>
                <a:spcPts val="1000"/>
              </a:spcBef>
              <a:spcAft>
                <a:spcPts val="0"/>
              </a:spcAft>
              <a:buClr>
                <a:schemeClr val="accent3"/>
              </a:buClr>
              <a:buSzPts val="1100"/>
              <a:buFont typeface="Arial"/>
              <a:buNone/>
            </a:pPr>
            <a:r>
              <a:rPr b="1" lang="en-US" sz="3000">
                <a:solidFill>
                  <a:schemeClr val="accent1"/>
                </a:solidFill>
                <a:latin typeface="Poppins SemiBold"/>
                <a:ea typeface="Poppins SemiBold"/>
                <a:cs typeface="Poppins SemiBold"/>
                <a:sym typeface="Poppins SemiBold"/>
              </a:rPr>
              <a:t>(“enemy”)</a:t>
            </a:r>
            <a:endParaRPr b="1" sz="3000">
              <a:solidFill>
                <a:schemeClr val="accent1"/>
              </a:solidFill>
              <a:latin typeface="Poppins SemiBold"/>
              <a:ea typeface="Poppins SemiBold"/>
              <a:cs typeface="Poppins SemiBold"/>
              <a:sym typeface="Poppins SemiBold"/>
            </a:endParaRPr>
          </a:p>
        </p:txBody>
      </p:sp>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88"/>
          <p:cNvSpPr txBox="1"/>
          <p:nvPr/>
        </p:nvSpPr>
        <p:spPr>
          <a:xfrm>
            <a:off x="568575" y="494850"/>
            <a:ext cx="10344300" cy="9936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chemeClr val="dk1"/>
              </a:buClr>
              <a:buSzPts val="4400"/>
              <a:buFont typeface="Calibri"/>
              <a:buNone/>
            </a:pPr>
            <a:r>
              <a:rPr b="1" lang="en-US" sz="4400">
                <a:solidFill>
                  <a:srgbClr val="3A3838"/>
                </a:solidFill>
                <a:latin typeface="Poppins SemiBold"/>
                <a:ea typeface="Poppins SemiBold"/>
                <a:cs typeface="Poppins SemiBold"/>
                <a:sym typeface="Poppins SemiBold"/>
              </a:rPr>
              <a:t>Typically </a:t>
            </a:r>
            <a:r>
              <a:rPr b="1" lang="en-US" sz="4400">
                <a:solidFill>
                  <a:srgbClr val="3A3838"/>
                </a:solidFill>
                <a:latin typeface="Poppins SemiBold"/>
                <a:ea typeface="Poppins SemiBold"/>
                <a:cs typeface="Poppins SemiBold"/>
                <a:sym typeface="Poppins SemiBold"/>
              </a:rPr>
              <a:t>Unsupported</a:t>
            </a:r>
            <a:endParaRPr b="1" sz="4400">
              <a:solidFill>
                <a:srgbClr val="3A3838"/>
              </a:solidFill>
              <a:latin typeface="Arial"/>
              <a:ea typeface="Arial"/>
              <a:cs typeface="Arial"/>
              <a:sym typeface="Arial"/>
            </a:endParaRPr>
          </a:p>
        </p:txBody>
      </p:sp>
      <p:sp>
        <p:nvSpPr>
          <p:cNvPr id="553" name="Google Shape;553;p88"/>
          <p:cNvSpPr txBox="1"/>
          <p:nvPr/>
        </p:nvSpPr>
        <p:spPr>
          <a:xfrm>
            <a:off x="579500" y="1854575"/>
            <a:ext cx="11014800" cy="3233100"/>
          </a:xfrm>
          <a:prstGeom prst="rect">
            <a:avLst/>
          </a:prstGeom>
          <a:noFill/>
          <a:ln>
            <a:noFill/>
          </a:ln>
        </p:spPr>
        <p:txBody>
          <a:bodyPr anchorCtr="0" anchor="t" bIns="45700" lIns="91425" spcFirstLastPara="1" rIns="91425" wrap="square" tIns="45700">
            <a:noAutofit/>
          </a:bodyPr>
          <a:lstStyle/>
          <a:p>
            <a:pPr indent="0" lvl="0" marL="0" marR="0" rtl="0" algn="l">
              <a:lnSpc>
                <a:spcPct val="128571"/>
              </a:lnSpc>
              <a:spcBef>
                <a:spcPts val="1000"/>
              </a:spcBef>
              <a:spcAft>
                <a:spcPts val="0"/>
              </a:spcAft>
              <a:buClr>
                <a:srgbClr val="3A3838"/>
              </a:buClr>
              <a:buSzPts val="1400"/>
              <a:buFont typeface="Arial"/>
              <a:buNone/>
            </a:pPr>
            <a:r>
              <a:rPr b="1" lang="en-US" sz="3000">
                <a:solidFill>
                  <a:srgbClr val="3A3838"/>
                </a:solidFill>
                <a:latin typeface="Poppins SemiBold"/>
                <a:ea typeface="Poppins SemiBold"/>
                <a:cs typeface="Poppins SemiBold"/>
                <a:sym typeface="Poppins SemiBold"/>
              </a:rPr>
              <a:t>Pidgin languages</a:t>
            </a:r>
            <a:endParaRPr b="1" sz="3000">
              <a:solidFill>
                <a:srgbClr val="3A3838"/>
              </a:solidFill>
              <a:latin typeface="Poppins SemiBold"/>
              <a:ea typeface="Poppins SemiBold"/>
              <a:cs typeface="Poppins SemiBold"/>
              <a:sym typeface="Poppins SemiBold"/>
            </a:endParaRPr>
          </a:p>
          <a:p>
            <a:pPr indent="0" lvl="0" marL="0" marR="0" rtl="0" algn="l">
              <a:lnSpc>
                <a:spcPct val="163636"/>
              </a:lnSpc>
              <a:spcBef>
                <a:spcPts val="1000"/>
              </a:spcBef>
              <a:spcAft>
                <a:spcPts val="0"/>
              </a:spcAft>
              <a:buClr>
                <a:srgbClr val="A5A5A5"/>
              </a:buClr>
              <a:buSzPts val="1100"/>
              <a:buFont typeface="Arial"/>
              <a:buNone/>
            </a:pPr>
            <a:r>
              <a:rPr lang="en-US">
                <a:solidFill>
                  <a:srgbClr val="A5A5A5"/>
                </a:solidFill>
                <a:latin typeface="Poppins"/>
                <a:ea typeface="Poppins"/>
                <a:cs typeface="Poppins"/>
                <a:sym typeface="Poppins"/>
              </a:rPr>
              <a:t>“grammatically simplified means of communication that develops between two or more groups that do not have a language in common: typically, its vocabulary and grammar are limited and often drawn from several languages..”</a:t>
            </a:r>
            <a:endParaRPr>
              <a:solidFill>
                <a:srgbClr val="A5A5A5"/>
              </a:solidFill>
              <a:latin typeface="Poppins"/>
              <a:ea typeface="Poppins"/>
              <a:cs typeface="Poppins"/>
              <a:sym typeface="Poppins"/>
            </a:endParaRPr>
          </a:p>
          <a:p>
            <a:pPr indent="0" lvl="0" marL="0" marR="0" rtl="0" algn="l">
              <a:lnSpc>
                <a:spcPct val="163636"/>
              </a:lnSpc>
              <a:spcBef>
                <a:spcPts val="1000"/>
              </a:spcBef>
              <a:spcAft>
                <a:spcPts val="0"/>
              </a:spcAft>
              <a:buClr>
                <a:srgbClr val="A5A5A5"/>
              </a:buClr>
              <a:buSzPts val="1100"/>
              <a:buFont typeface="Arial"/>
              <a:buNone/>
            </a:pPr>
            <a:r>
              <a:t/>
            </a:r>
            <a:endParaRPr>
              <a:solidFill>
                <a:srgbClr val="A5A5A5"/>
              </a:solidFill>
              <a:latin typeface="Poppins"/>
              <a:ea typeface="Poppins"/>
              <a:cs typeface="Poppins"/>
              <a:sym typeface="Poppins"/>
            </a:endParaRPr>
          </a:p>
          <a:p>
            <a:pPr indent="0" lvl="0" marL="0" rtl="0" algn="l">
              <a:lnSpc>
                <a:spcPct val="128571"/>
              </a:lnSpc>
              <a:spcBef>
                <a:spcPts val="1000"/>
              </a:spcBef>
              <a:spcAft>
                <a:spcPts val="0"/>
              </a:spcAft>
              <a:buClr>
                <a:srgbClr val="3A3838"/>
              </a:buClr>
              <a:buSzPts val="1400"/>
              <a:buFont typeface="Arial"/>
              <a:buNone/>
            </a:pPr>
            <a:r>
              <a:rPr b="1" lang="en-US" sz="3000">
                <a:solidFill>
                  <a:srgbClr val="3A3838"/>
                </a:solidFill>
                <a:latin typeface="Poppins SemiBold"/>
                <a:ea typeface="Poppins SemiBold"/>
                <a:cs typeface="Poppins SemiBold"/>
                <a:sym typeface="Poppins SemiBold"/>
              </a:rPr>
              <a:t>Creole languages</a:t>
            </a:r>
            <a:endParaRPr b="1" sz="3000">
              <a:solidFill>
                <a:srgbClr val="3A3838"/>
              </a:solidFill>
              <a:latin typeface="Poppins SemiBold"/>
              <a:ea typeface="Poppins SemiBold"/>
              <a:cs typeface="Poppins SemiBold"/>
              <a:sym typeface="Poppins SemiBold"/>
            </a:endParaRPr>
          </a:p>
          <a:p>
            <a:pPr indent="0" lvl="0" marL="0" rtl="0" algn="l">
              <a:lnSpc>
                <a:spcPct val="163636"/>
              </a:lnSpc>
              <a:spcBef>
                <a:spcPts val="1000"/>
              </a:spcBef>
              <a:spcAft>
                <a:spcPts val="0"/>
              </a:spcAft>
              <a:buClr>
                <a:schemeClr val="accent3"/>
              </a:buClr>
              <a:buSzPts val="1100"/>
              <a:buFont typeface="Arial"/>
              <a:buNone/>
            </a:pPr>
            <a:r>
              <a:rPr lang="en-US">
                <a:solidFill>
                  <a:schemeClr val="accent3"/>
                </a:solidFill>
                <a:latin typeface="Poppins"/>
                <a:ea typeface="Poppins"/>
                <a:cs typeface="Poppins"/>
                <a:sym typeface="Poppins"/>
              </a:rPr>
              <a:t>“a stable natural language that develops from the simplifying and mixing of different languages at a fairly sudden point in time: often, a pidgin transitioned into a full-fledged language.”</a:t>
            </a:r>
            <a:endParaRPr>
              <a:solidFill>
                <a:schemeClr val="accent3"/>
              </a:solidFill>
              <a:latin typeface="Poppins"/>
              <a:ea typeface="Poppins"/>
              <a:cs typeface="Poppins"/>
              <a:sym typeface="Poppins"/>
            </a:endParaRPr>
          </a:p>
          <a:p>
            <a:pPr indent="0" lvl="0" marL="0" rtl="0" algn="l">
              <a:lnSpc>
                <a:spcPct val="163636"/>
              </a:lnSpc>
              <a:spcBef>
                <a:spcPts val="1000"/>
              </a:spcBef>
              <a:spcAft>
                <a:spcPts val="0"/>
              </a:spcAft>
              <a:buClr>
                <a:schemeClr val="accent3"/>
              </a:buClr>
              <a:buSzPts val="1100"/>
              <a:buFont typeface="Arial"/>
              <a:buNone/>
            </a:pPr>
            <a:r>
              <a:rPr i="1" lang="en-US">
                <a:solidFill>
                  <a:schemeClr val="accent3"/>
                </a:solidFill>
                <a:latin typeface="Poppins"/>
                <a:ea typeface="Poppins"/>
                <a:cs typeface="Poppins"/>
                <a:sym typeface="Poppins"/>
              </a:rPr>
              <a:t>lexicon</a:t>
            </a:r>
            <a:r>
              <a:rPr lang="en-US">
                <a:solidFill>
                  <a:schemeClr val="accent3"/>
                </a:solidFill>
                <a:latin typeface="Poppins"/>
                <a:ea typeface="Poppins"/>
                <a:cs typeface="Poppins"/>
                <a:sym typeface="Poppins"/>
              </a:rPr>
              <a:t> (or, roughly, the base or essential vocabulary – such as "run" but not "running") of a creole language is largely supplied by the parent languages.</a:t>
            </a:r>
            <a:endParaRPr>
              <a:solidFill>
                <a:schemeClr val="accent3"/>
              </a:solidFill>
              <a:latin typeface="Poppins"/>
              <a:ea typeface="Poppins"/>
              <a:cs typeface="Poppins"/>
              <a:sym typeface="Poppins"/>
            </a:endParaRPr>
          </a:p>
          <a:p>
            <a:pPr indent="0" lvl="0" marL="0" rtl="0" algn="l">
              <a:lnSpc>
                <a:spcPct val="163636"/>
              </a:lnSpc>
              <a:spcBef>
                <a:spcPts val="1000"/>
              </a:spcBef>
              <a:spcAft>
                <a:spcPts val="0"/>
              </a:spcAft>
              <a:buClr>
                <a:schemeClr val="accent3"/>
              </a:buClr>
              <a:buSzPts val="1100"/>
              <a:buFont typeface="Arial"/>
              <a:buNone/>
            </a:pPr>
            <a:r>
              <a:t/>
            </a:r>
            <a:endParaRPr>
              <a:solidFill>
                <a:schemeClr val="accent3"/>
              </a:solidFill>
              <a:latin typeface="Poppins"/>
              <a:ea typeface="Poppins"/>
              <a:cs typeface="Poppins"/>
              <a:sym typeface="Poppins"/>
            </a:endParaRPr>
          </a:p>
        </p:txBody>
      </p:sp>
    </p:spTree>
  </p:cSld>
  <p:clrMapOvr>
    <a:masterClrMapping/>
  </p:clrMapOvr>
  <p:transition spd="med">
    <p:push/>
  </p:transition>
</p:sld>
</file>

<file path=ppt/theme/theme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Специальное оформление">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